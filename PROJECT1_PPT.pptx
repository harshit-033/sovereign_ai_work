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97" r:id="rId3"/>
    <p:sldId id="290" r:id="rId4"/>
    <p:sldId id="299" r:id="rId5"/>
    <p:sldId id="293" r:id="rId6"/>
    <p:sldId id="294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7346"/>
    <a:srgbClr val="397751"/>
    <a:srgbClr val="408849"/>
    <a:srgbClr val="874A18"/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5FC223-B845-413F-A820-A96CAFFDF295}" v="4" dt="2026-09-04T12:42:57.4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 Singh" userId="d2343c7645c289b0" providerId="LiveId" clId="{A78FF85A-2DF1-45CD-987A-EFC380AC30BF}"/>
    <pc:docChg chg="undo custSel addSld modSld">
      <pc:chgData name="Harshit Singh" userId="d2343c7645c289b0" providerId="LiveId" clId="{A78FF85A-2DF1-45CD-987A-EFC380AC30BF}" dt="2026-09-04T19:54:08.612" v="1093" actId="1076"/>
      <pc:docMkLst>
        <pc:docMk/>
      </pc:docMkLst>
      <pc:sldChg chg="addSp delSp mod">
        <pc:chgData name="Harshit Singh" userId="d2343c7645c289b0" providerId="LiveId" clId="{A78FF85A-2DF1-45CD-987A-EFC380AC30BF}" dt="2026-09-04T12:56:31.553" v="1081" actId="21"/>
        <pc:sldMkLst>
          <pc:docMk/>
          <pc:sldMk cId="0" sldId="290"/>
        </pc:sldMkLst>
        <pc:spChg chg="add del">
          <ac:chgData name="Harshit Singh" userId="d2343c7645c289b0" providerId="LiveId" clId="{A78FF85A-2DF1-45CD-987A-EFC380AC30BF}" dt="2026-09-04T12:56:29.091" v="1080" actId="21"/>
          <ac:spMkLst>
            <pc:docMk/>
            <pc:sldMk cId="0" sldId="290"/>
            <ac:spMk id="6" creationId="{454543AF-A6C0-BBDF-973F-956F19D8DA17}"/>
          </ac:spMkLst>
        </pc:spChg>
        <pc:spChg chg="add">
          <ac:chgData name="Harshit Singh" userId="d2343c7645c289b0" providerId="LiveId" clId="{A78FF85A-2DF1-45CD-987A-EFC380AC30BF}" dt="2026-09-04T12:56:19.388" v="1077" actId="22"/>
          <ac:spMkLst>
            <pc:docMk/>
            <pc:sldMk cId="0" sldId="290"/>
            <ac:spMk id="10" creationId="{5E008083-4BE9-39FE-A1A3-A3000198C122}"/>
          </ac:spMkLst>
        </pc:spChg>
        <pc:spChg chg="del">
          <ac:chgData name="Harshit Singh" userId="d2343c7645c289b0" providerId="LiveId" clId="{A78FF85A-2DF1-45CD-987A-EFC380AC30BF}" dt="2026-09-04T12:56:31.553" v="1081" actId="21"/>
          <ac:spMkLst>
            <pc:docMk/>
            <pc:sldMk cId="0" sldId="290"/>
            <ac:spMk id="11" creationId="{5DBCE864-823D-4A13-9607-5DA1F0ED5FB8}"/>
          </ac:spMkLst>
        </pc:spChg>
      </pc:sldChg>
      <pc:sldChg chg="addSp delSp modSp mod">
        <pc:chgData name="Harshit Singh" userId="d2343c7645c289b0" providerId="LiveId" clId="{A78FF85A-2DF1-45CD-987A-EFC380AC30BF}" dt="2026-09-04T12:56:55.942" v="1085" actId="1076"/>
        <pc:sldMkLst>
          <pc:docMk/>
          <pc:sldMk cId="3753387913" sldId="293"/>
        </pc:sldMkLst>
        <pc:spChg chg="del">
          <ac:chgData name="Harshit Singh" userId="d2343c7645c289b0" providerId="LiveId" clId="{A78FF85A-2DF1-45CD-987A-EFC380AC30BF}" dt="2026-09-04T12:56:50.505" v="1084" actId="21"/>
          <ac:spMkLst>
            <pc:docMk/>
            <pc:sldMk cId="3753387913" sldId="293"/>
            <ac:spMk id="5" creationId="{7FBF3E85-772F-306E-3D75-133F6655908B}"/>
          </ac:spMkLst>
        </pc:spChg>
        <pc:spChg chg="add mod">
          <ac:chgData name="Harshit Singh" userId="d2343c7645c289b0" providerId="LiveId" clId="{A78FF85A-2DF1-45CD-987A-EFC380AC30BF}" dt="2026-09-04T12:55:03.438" v="1065" actId="14100"/>
          <ac:spMkLst>
            <pc:docMk/>
            <pc:sldMk cId="3753387913" sldId="293"/>
            <ac:spMk id="13" creationId="{1B8ACD84-2898-E102-187E-1628EBF94BDB}"/>
          </ac:spMkLst>
        </pc:spChg>
        <pc:spChg chg="mod">
          <ac:chgData name="Harshit Singh" userId="d2343c7645c289b0" providerId="LiveId" clId="{A78FF85A-2DF1-45CD-987A-EFC380AC30BF}" dt="2026-09-04T12:45:31.135" v="26" actId="17032"/>
          <ac:spMkLst>
            <pc:docMk/>
            <pc:sldMk cId="3753387913" sldId="293"/>
            <ac:spMk id="15" creationId="{1ED11A9A-C98A-8367-6463-1A0D80E9A90A}"/>
          </ac:spMkLst>
        </pc:spChg>
        <pc:spChg chg="add del">
          <ac:chgData name="Harshit Singh" userId="d2343c7645c289b0" providerId="LiveId" clId="{A78FF85A-2DF1-45CD-987A-EFC380AC30BF}" dt="2026-09-04T12:56:38.713" v="1082" actId="21"/>
          <ac:spMkLst>
            <pc:docMk/>
            <pc:sldMk cId="3753387913" sldId="293"/>
            <ac:spMk id="17" creationId="{4B20E083-B4B2-002A-094B-466F34F05097}"/>
          </ac:spMkLst>
        </pc:spChg>
        <pc:spChg chg="add mod">
          <ac:chgData name="Harshit Singh" userId="d2343c7645c289b0" providerId="LiveId" clId="{A78FF85A-2DF1-45CD-987A-EFC380AC30BF}" dt="2026-09-04T12:56:55.942" v="1085" actId="1076"/>
          <ac:spMkLst>
            <pc:docMk/>
            <pc:sldMk cId="3753387913" sldId="293"/>
            <ac:spMk id="19" creationId="{AB5BD33F-123E-98D0-1565-33A269CDF54C}"/>
          </ac:spMkLst>
        </pc:spChg>
      </pc:sldChg>
      <pc:sldChg chg="addSp delSp modSp mod">
        <pc:chgData name="Harshit Singh" userId="d2343c7645c289b0" providerId="LiveId" clId="{A78FF85A-2DF1-45CD-987A-EFC380AC30BF}" dt="2026-09-04T12:57:04.891" v="1087" actId="21"/>
        <pc:sldMkLst>
          <pc:docMk/>
          <pc:sldMk cId="2997144140" sldId="294"/>
        </pc:sldMkLst>
        <pc:spChg chg="del">
          <ac:chgData name="Harshit Singh" userId="d2343c7645c289b0" providerId="LiveId" clId="{A78FF85A-2DF1-45CD-987A-EFC380AC30BF}" dt="2026-09-04T12:57:04.891" v="1087" actId="21"/>
          <ac:spMkLst>
            <pc:docMk/>
            <pc:sldMk cId="2997144140" sldId="294"/>
            <ac:spMk id="3" creationId="{BFAD202F-1ADC-2991-5B04-88DFADFF1187}"/>
          </ac:spMkLst>
        </pc:spChg>
        <pc:spChg chg="add mod">
          <ac:chgData name="Harshit Singh" userId="d2343c7645c289b0" providerId="LiveId" clId="{A78FF85A-2DF1-45CD-987A-EFC380AC30BF}" dt="2026-09-04T12:54:41.076" v="1061" actId="14100"/>
          <ac:spMkLst>
            <pc:docMk/>
            <pc:sldMk cId="2997144140" sldId="294"/>
            <ac:spMk id="8" creationId="{0C118505-19C4-DDBC-316E-FF9AFA269C4A}"/>
          </ac:spMkLst>
        </pc:spChg>
        <pc:spChg chg="add del">
          <ac:chgData name="Harshit Singh" userId="d2343c7645c289b0" providerId="LiveId" clId="{A78FF85A-2DF1-45CD-987A-EFC380AC30BF}" dt="2026-09-04T12:57:01.846" v="1086" actId="21"/>
          <ac:spMkLst>
            <pc:docMk/>
            <pc:sldMk cId="2997144140" sldId="294"/>
            <ac:spMk id="12" creationId="{A25BED98-6D9C-EDDE-751E-CE1789385238}"/>
          </ac:spMkLst>
        </pc:spChg>
        <pc:spChg chg="add">
          <ac:chgData name="Harshit Singh" userId="d2343c7645c289b0" providerId="LiveId" clId="{A78FF85A-2DF1-45CD-987A-EFC380AC30BF}" dt="2026-09-04T12:56:14.441" v="1075" actId="22"/>
          <ac:spMkLst>
            <pc:docMk/>
            <pc:sldMk cId="2997144140" sldId="294"/>
            <ac:spMk id="15" creationId="{AFCA026A-141E-A789-AD23-CE7C1B3EA617}"/>
          </ac:spMkLst>
        </pc:spChg>
      </pc:sldChg>
      <pc:sldChg chg="addSp delSp modSp mod">
        <pc:chgData name="Harshit Singh" userId="d2343c7645c289b0" providerId="LiveId" clId="{A78FF85A-2DF1-45CD-987A-EFC380AC30BF}" dt="2026-09-04T12:56:24.560" v="1079" actId="21"/>
        <pc:sldMkLst>
          <pc:docMk/>
          <pc:sldMk cId="2332885522" sldId="297"/>
        </pc:sldMkLst>
        <pc:spChg chg="add del mod ord">
          <ac:chgData name="Harshit Singh" userId="d2343c7645c289b0" providerId="LiveId" clId="{A78FF85A-2DF1-45CD-987A-EFC380AC30BF}" dt="2026-09-04T12:54:30.651" v="1059" actId="21"/>
          <ac:spMkLst>
            <pc:docMk/>
            <pc:sldMk cId="2332885522" sldId="297"/>
            <ac:spMk id="4" creationId="{1FDFE6D5-D90B-C6D6-269D-487D2A8BA119}"/>
          </ac:spMkLst>
        </pc:spChg>
        <pc:spChg chg="del mod">
          <ac:chgData name="Harshit Singh" userId="d2343c7645c289b0" providerId="LiveId" clId="{A78FF85A-2DF1-45CD-987A-EFC380AC30BF}" dt="2026-09-04T12:56:24.560" v="1079" actId="21"/>
          <ac:spMkLst>
            <pc:docMk/>
            <pc:sldMk cId="2332885522" sldId="297"/>
            <ac:spMk id="10" creationId="{E6EB13CE-D398-E2C8-FDB9-517380EBDC9D}"/>
          </ac:spMkLst>
        </pc:spChg>
        <pc:spChg chg="add">
          <ac:chgData name="Harshit Singh" userId="d2343c7645c289b0" providerId="LiveId" clId="{A78FF85A-2DF1-45CD-987A-EFC380AC30BF}" dt="2026-09-04T12:55:08.481" v="1066" actId="22"/>
          <ac:spMkLst>
            <pc:docMk/>
            <pc:sldMk cId="2332885522" sldId="297"/>
            <ac:spMk id="12" creationId="{CDA0D628-518A-78DE-864C-799ABB217CF3}"/>
          </ac:spMkLst>
        </pc:spChg>
        <pc:spChg chg="add">
          <ac:chgData name="Harshit Singh" userId="d2343c7645c289b0" providerId="LiveId" clId="{A78FF85A-2DF1-45CD-987A-EFC380AC30BF}" dt="2026-09-04T12:56:21.638" v="1078" actId="22"/>
          <ac:spMkLst>
            <pc:docMk/>
            <pc:sldMk cId="2332885522" sldId="297"/>
            <ac:spMk id="15" creationId="{A0BBAAF6-A7A5-4196-5C61-30198CBC2A60}"/>
          </ac:spMkLst>
        </pc:spChg>
        <pc:graphicFrameChg chg="mod">
          <ac:chgData name="Harshit Singh" userId="d2343c7645c289b0" providerId="LiveId" clId="{A78FF85A-2DF1-45CD-987A-EFC380AC30BF}" dt="2026-09-04T12:38:20.408" v="1" actId="1076"/>
          <ac:graphicFrameMkLst>
            <pc:docMk/>
            <pc:sldMk cId="2332885522" sldId="297"/>
            <ac:graphicFrameMk id="5" creationId="{1F7E3C25-88C9-7CDC-21D9-534B94D401C4}"/>
          </ac:graphicFrameMkLst>
        </pc:graphicFrameChg>
      </pc:sldChg>
      <pc:sldChg chg="addSp delSp modSp mod">
        <pc:chgData name="Harshit Singh" userId="d2343c7645c289b0" providerId="LiveId" clId="{A78FF85A-2DF1-45CD-987A-EFC380AC30BF}" dt="2026-09-04T12:56:09.656" v="1074" actId="1076"/>
        <pc:sldMkLst>
          <pc:docMk/>
          <pc:sldMk cId="443967186" sldId="298"/>
        </pc:sldMkLst>
        <pc:spChg chg="add del">
          <ac:chgData name="Harshit Singh" userId="d2343c7645c289b0" providerId="LiveId" clId="{A78FF85A-2DF1-45CD-987A-EFC380AC30BF}" dt="2026-09-04T12:41:05.971" v="12" actId="21"/>
          <ac:spMkLst>
            <pc:docMk/>
            <pc:sldMk cId="443967186" sldId="298"/>
            <ac:spMk id="2" creationId="{4770AD31-22F8-0825-6D81-B4B2D9873B4A}"/>
          </ac:spMkLst>
        </pc:spChg>
        <pc:spChg chg="del">
          <ac:chgData name="Harshit Singh" userId="d2343c7645c289b0" providerId="LiveId" clId="{A78FF85A-2DF1-45CD-987A-EFC380AC30BF}" dt="2026-09-04T12:55:55.596" v="1071" actId="21"/>
          <ac:spMkLst>
            <pc:docMk/>
            <pc:sldMk cId="443967186" sldId="298"/>
            <ac:spMk id="3" creationId="{685DC6EA-9863-85E7-1E24-7535B295F493}"/>
          </ac:spMkLst>
        </pc:spChg>
        <pc:spChg chg="mod">
          <ac:chgData name="Harshit Singh" userId="d2343c7645c289b0" providerId="LiveId" clId="{A78FF85A-2DF1-45CD-987A-EFC380AC30BF}" dt="2026-09-04T12:42:14.961" v="18" actId="1076"/>
          <ac:spMkLst>
            <pc:docMk/>
            <pc:sldMk cId="443967186" sldId="298"/>
            <ac:spMk id="4" creationId="{089A2099-281D-2150-2CB7-CBFBA3963813}"/>
          </ac:spMkLst>
        </pc:spChg>
        <pc:spChg chg="add mod">
          <ac:chgData name="Harshit Singh" userId="d2343c7645c289b0" providerId="LiveId" clId="{A78FF85A-2DF1-45CD-987A-EFC380AC30BF}" dt="2026-09-04T12:54:56.296" v="1063" actId="14100"/>
          <ac:spMkLst>
            <pc:docMk/>
            <pc:sldMk cId="443967186" sldId="298"/>
            <ac:spMk id="8" creationId="{932E8301-99D8-FA80-F0B9-AE7D592283B2}"/>
          </ac:spMkLst>
        </pc:spChg>
        <pc:spChg chg="mod">
          <ac:chgData name="Harshit Singh" userId="d2343c7645c289b0" providerId="LiveId" clId="{A78FF85A-2DF1-45CD-987A-EFC380AC30BF}" dt="2026-09-04T12:44:20.734" v="24" actId="1076"/>
          <ac:spMkLst>
            <pc:docMk/>
            <pc:sldMk cId="443967186" sldId="298"/>
            <ac:spMk id="9" creationId="{18E13F18-7069-0D9B-CD7C-FE3CCCE6472F}"/>
          </ac:spMkLst>
        </pc:spChg>
        <pc:spChg chg="mod">
          <ac:chgData name="Harshit Singh" userId="d2343c7645c289b0" providerId="LiveId" clId="{A78FF85A-2DF1-45CD-987A-EFC380AC30BF}" dt="2026-09-04T12:38:45.544" v="5" actId="1076"/>
          <ac:spMkLst>
            <pc:docMk/>
            <pc:sldMk cId="443967186" sldId="298"/>
            <ac:spMk id="13" creationId="{875572DD-54FC-70AA-0CF0-4EE7B73D6DA6}"/>
          </ac:spMkLst>
        </pc:spChg>
        <pc:spChg chg="add mod">
          <ac:chgData name="Harshit Singh" userId="d2343c7645c289b0" providerId="LiveId" clId="{A78FF85A-2DF1-45CD-987A-EFC380AC30BF}" dt="2026-09-04T12:56:09.656" v="1074" actId="1076"/>
          <ac:spMkLst>
            <pc:docMk/>
            <pc:sldMk cId="443967186" sldId="298"/>
            <ac:spMk id="14" creationId="{BE6EDC06-9778-FE5A-13B7-E5797A98A69C}"/>
          </ac:spMkLst>
        </pc:spChg>
        <pc:spChg chg="mod">
          <ac:chgData name="Harshit Singh" userId="d2343c7645c289b0" providerId="LiveId" clId="{A78FF85A-2DF1-45CD-987A-EFC380AC30BF}" dt="2026-09-04T12:38:39.651" v="3" actId="13822"/>
          <ac:spMkLst>
            <pc:docMk/>
            <pc:sldMk cId="443967186" sldId="298"/>
            <ac:spMk id="18" creationId="{498B1AC2-0520-851F-84D3-C3FB1F1974C9}"/>
          </ac:spMkLst>
        </pc:spChg>
        <pc:spChg chg="mod">
          <ac:chgData name="Harshit Singh" userId="d2343c7645c289b0" providerId="LiveId" clId="{A78FF85A-2DF1-45CD-987A-EFC380AC30BF}" dt="2026-09-04T12:38:35.423" v="2" actId="13822"/>
          <ac:spMkLst>
            <pc:docMk/>
            <pc:sldMk cId="443967186" sldId="298"/>
            <ac:spMk id="19" creationId="{CE60780A-C9CD-C1CD-7383-EC02ED4B3B64}"/>
          </ac:spMkLst>
        </pc:spChg>
      </pc:sldChg>
      <pc:sldChg chg="addSp delSp modSp add mod">
        <pc:chgData name="Harshit Singh" userId="d2343c7645c289b0" providerId="LiveId" clId="{A78FF85A-2DF1-45CD-987A-EFC380AC30BF}" dt="2026-09-04T19:54:08.612" v="1093" actId="1076"/>
        <pc:sldMkLst>
          <pc:docMk/>
          <pc:sldMk cId="2576387631" sldId="299"/>
        </pc:sldMkLst>
        <pc:graphicFrameChg chg="del modGraphic">
          <ac:chgData name="Harshit Singh" userId="d2343c7645c289b0" providerId="LiveId" clId="{A78FF85A-2DF1-45CD-987A-EFC380AC30BF}" dt="2026-09-04T19:53:50.559" v="1090" actId="21"/>
          <ac:graphicFrameMkLst>
            <pc:docMk/>
            <pc:sldMk cId="2576387631" sldId="299"/>
            <ac:graphicFrameMk id="2" creationId="{6D62B1B1-CCA5-2E29-D8AB-1D83F11991E6}"/>
          </ac:graphicFrameMkLst>
        </pc:graphicFrameChg>
        <pc:picChg chg="add mod">
          <ac:chgData name="Harshit Singh" userId="d2343c7645c289b0" providerId="LiveId" clId="{A78FF85A-2DF1-45CD-987A-EFC380AC30BF}" dt="2026-09-04T19:54:08.612" v="1093" actId="1076"/>
          <ac:picMkLst>
            <pc:docMk/>
            <pc:sldMk cId="2576387631" sldId="299"/>
            <ac:picMk id="6" creationId="{4C18D447-1C2A-CBCD-B2DC-D23F637F239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#4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A581A4-8E6D-48F4-AD70-E35BA736032C}" type="doc">
      <dgm:prSet loTypeId="urn:microsoft.com/office/officeart/2005/8/layout/vList2" loCatId="list" qsTypeId="urn:microsoft.com/office/officeart/2005/8/quickstyle/simple1#10" qsCatId="simple" csTypeId="urn:microsoft.com/office/officeart/2005/8/colors/accent4_2#4" csCatId="accent4" phldr="1"/>
      <dgm:spPr/>
      <dgm:t>
        <a:bodyPr/>
        <a:lstStyle/>
        <a:p>
          <a:endParaRPr lang="en-US"/>
        </a:p>
      </dgm:t>
    </dgm:pt>
    <dgm:pt modelId="{88F5BCCA-DB19-41E3-85B2-D3907D6D9A55}">
      <dgm:prSet phldrT="[Text]" phldr="0"/>
      <dgm:spPr/>
      <dgm:t>
        <a:bodyPr/>
        <a:lstStyle/>
        <a:p>
          <a:pPr rtl="0"/>
          <a:r>
            <a:rPr lang="en-IN"/>
            <a:t>Smart Capability Routing</a:t>
          </a:r>
          <a:endParaRPr lang="en-US">
            <a:latin typeface="Calibri"/>
          </a:endParaRPr>
        </a:p>
      </dgm:t>
    </dgm:pt>
    <dgm:pt modelId="{5671A3A3-EC15-4976-985C-25613C47713C}" type="parTrans" cxnId="{39EF1382-047B-4AF1-BC26-262A1FB57EF5}">
      <dgm:prSet/>
      <dgm:spPr/>
      <dgm:t>
        <a:bodyPr/>
        <a:lstStyle/>
        <a:p>
          <a:endParaRPr lang="en-IN"/>
        </a:p>
      </dgm:t>
    </dgm:pt>
    <dgm:pt modelId="{DB36C0FA-6D0A-4451-A52B-5E1B2AA4A947}" type="sibTrans" cxnId="{39EF1382-047B-4AF1-BC26-262A1FB57EF5}">
      <dgm:prSet/>
      <dgm:spPr/>
      <dgm:t>
        <a:bodyPr/>
        <a:lstStyle/>
        <a:p>
          <a:endParaRPr lang="en-IN"/>
        </a:p>
      </dgm:t>
    </dgm:pt>
    <dgm:pt modelId="{F188C9EF-ED39-4618-A1DC-4424B33486D9}">
      <dgm:prSet phldrT="[Text]" phldr="0"/>
      <dgm:spPr/>
      <dgm:t>
        <a:bodyPr/>
        <a:lstStyle/>
        <a:p>
          <a:pPr rtl="0"/>
          <a:r>
            <a:rPr lang="en-IN" dirty="0"/>
            <a:t>Policy-Controlled Agents</a:t>
          </a:r>
          <a:endParaRPr lang="en-US" dirty="0">
            <a:latin typeface="Calibri"/>
          </a:endParaRPr>
        </a:p>
      </dgm:t>
    </dgm:pt>
    <dgm:pt modelId="{F8D0DAFF-607B-4341-B450-2C07942EEE43}" type="parTrans" cxnId="{C9C4C383-3924-48BD-B056-14F796306BE6}">
      <dgm:prSet/>
      <dgm:spPr/>
      <dgm:t>
        <a:bodyPr/>
        <a:lstStyle/>
        <a:p>
          <a:endParaRPr lang="en-IN"/>
        </a:p>
      </dgm:t>
    </dgm:pt>
    <dgm:pt modelId="{CEB1AD62-2BB5-4FA5-B60B-5697EFC829C4}" type="sibTrans" cxnId="{C9C4C383-3924-48BD-B056-14F796306BE6}">
      <dgm:prSet/>
      <dgm:spPr/>
      <dgm:t>
        <a:bodyPr/>
        <a:lstStyle/>
        <a:p>
          <a:endParaRPr lang="en-IN"/>
        </a:p>
      </dgm:t>
    </dgm:pt>
    <dgm:pt modelId="{F7F6F5FC-6352-4230-B0A0-CE09228C7172}">
      <dgm:prSet phldrT="[Text]" phldr="0"/>
      <dgm:spPr/>
      <dgm:t>
        <a:bodyPr/>
        <a:lstStyle/>
        <a:p>
          <a:pPr rtl="0"/>
          <a:r>
            <a:rPr lang="en-IN"/>
            <a:t>Task → required capability → approved local pipeline.</a:t>
          </a:r>
          <a:endParaRPr lang="en-US">
            <a:latin typeface="Calibri"/>
          </a:endParaRPr>
        </a:p>
      </dgm:t>
    </dgm:pt>
    <dgm:pt modelId="{532EB067-CF80-447B-8D5F-67ABF4D02D14}" type="parTrans" cxnId="{65C4293B-7139-4AD4-94FD-56FC7CA4BA82}">
      <dgm:prSet/>
      <dgm:spPr/>
      <dgm:t>
        <a:bodyPr/>
        <a:lstStyle/>
        <a:p>
          <a:endParaRPr lang="en-IN"/>
        </a:p>
      </dgm:t>
    </dgm:pt>
    <dgm:pt modelId="{A8D4AE2A-8DEF-42A6-A910-EF149E467045}" type="sibTrans" cxnId="{65C4293B-7139-4AD4-94FD-56FC7CA4BA82}">
      <dgm:prSet/>
      <dgm:spPr/>
      <dgm:t>
        <a:bodyPr/>
        <a:lstStyle/>
        <a:p>
          <a:endParaRPr lang="en-IN"/>
        </a:p>
      </dgm:t>
    </dgm:pt>
    <dgm:pt modelId="{73DB1012-8B2E-46E9-984B-4A0A3C300F96}">
      <dgm:prSet phldrT="[Text]" phldr="0"/>
      <dgm:spPr/>
      <dgm:t>
        <a:bodyPr/>
        <a:lstStyle/>
        <a:p>
          <a:pPr rtl="0"/>
          <a:r>
            <a:rPr lang="en-IN"/>
            <a:t>Steps • Tools • Resources • Approval</a:t>
          </a:r>
          <a:endParaRPr lang="en-US">
            <a:latin typeface="Calibri"/>
          </a:endParaRPr>
        </a:p>
      </dgm:t>
    </dgm:pt>
    <dgm:pt modelId="{C79D85D5-3EDA-4FCF-93E7-C23A8BDCE0A0}" type="parTrans" cxnId="{6753A970-98E8-444B-A6F5-98428648FD06}">
      <dgm:prSet/>
      <dgm:spPr/>
      <dgm:t>
        <a:bodyPr/>
        <a:lstStyle/>
        <a:p>
          <a:endParaRPr lang="en-IN"/>
        </a:p>
      </dgm:t>
    </dgm:pt>
    <dgm:pt modelId="{36845963-2A15-47B2-AA3E-F021DB2F02DE}" type="sibTrans" cxnId="{6753A970-98E8-444B-A6F5-98428648FD06}">
      <dgm:prSet/>
      <dgm:spPr/>
      <dgm:t>
        <a:bodyPr/>
        <a:lstStyle/>
        <a:p>
          <a:endParaRPr lang="en-IN"/>
        </a:p>
      </dgm:t>
    </dgm:pt>
    <dgm:pt modelId="{E78ABDF9-229F-4EC8-B118-D7710092F8CC}">
      <dgm:prSet phldrT="[Text]" phldr="0"/>
      <dgm:spPr/>
      <dgm:t>
        <a:bodyPr/>
        <a:lstStyle/>
        <a:p>
          <a:pPr rtl="0"/>
          <a:r>
            <a:rPr lang="en-IN" sz="2200"/>
            <a:t>Evidence-Grounded AI</a:t>
          </a:r>
          <a:endParaRPr lang="en-US" sz="2200">
            <a:latin typeface="Calibri"/>
          </a:endParaRPr>
        </a:p>
      </dgm:t>
    </dgm:pt>
    <dgm:pt modelId="{3D74A287-E904-4D5E-81E2-BFB99B923F8C}" type="parTrans" cxnId="{8E22393E-4861-4B0C-B4DC-568926FD3B41}">
      <dgm:prSet/>
      <dgm:spPr/>
      <dgm:t>
        <a:bodyPr/>
        <a:lstStyle/>
        <a:p>
          <a:endParaRPr lang="en-IN"/>
        </a:p>
      </dgm:t>
    </dgm:pt>
    <dgm:pt modelId="{0AE1E741-8C0E-4344-955A-A131C0743272}" type="sibTrans" cxnId="{8E22393E-4861-4B0C-B4DC-568926FD3B41}">
      <dgm:prSet/>
      <dgm:spPr/>
      <dgm:t>
        <a:bodyPr/>
        <a:lstStyle/>
        <a:p>
          <a:endParaRPr lang="en-IN"/>
        </a:p>
      </dgm:t>
    </dgm:pt>
    <dgm:pt modelId="{A80A32E9-8C0A-4DB3-9555-E7564E1D16F5}">
      <dgm:prSet phldrT="[Text]" phldr="0"/>
      <dgm:spPr/>
      <dgm:t>
        <a:bodyPr/>
        <a:lstStyle/>
        <a:p>
          <a:pPr rtl="0"/>
          <a:r>
            <a:rPr lang="en-IN" sz="1800"/>
            <a:t>Answer → Sources → Verification</a:t>
          </a:r>
          <a:endParaRPr lang="en-US" sz="1800">
            <a:latin typeface="Calibri"/>
          </a:endParaRPr>
        </a:p>
      </dgm:t>
    </dgm:pt>
    <dgm:pt modelId="{1ABBADBC-F149-4328-B7F4-B73EBEF0EF47}" type="parTrans" cxnId="{D5B7CFC0-76E6-4EA3-86D2-6A7C3EFE2040}">
      <dgm:prSet/>
      <dgm:spPr/>
      <dgm:t>
        <a:bodyPr/>
        <a:lstStyle/>
        <a:p>
          <a:endParaRPr lang="en-IN"/>
        </a:p>
      </dgm:t>
    </dgm:pt>
    <dgm:pt modelId="{555B0F05-6996-4161-9647-3EF046591120}" type="sibTrans" cxnId="{D5B7CFC0-76E6-4EA3-86D2-6A7C3EFE2040}">
      <dgm:prSet/>
      <dgm:spPr/>
      <dgm:t>
        <a:bodyPr/>
        <a:lstStyle/>
        <a:p>
          <a:endParaRPr lang="en-IN"/>
        </a:p>
      </dgm:t>
    </dgm:pt>
    <dgm:pt modelId="{4BC7E568-47D9-4A6E-B6B7-E47B9E61826E}">
      <dgm:prSet phldrT="[Text]" phldr="0"/>
      <dgm:spPr/>
      <dgm:t>
        <a:bodyPr/>
        <a:lstStyle/>
        <a:p>
          <a:pPr rtl="0"/>
          <a:r>
            <a:rPr lang="en-IN" sz="2200"/>
            <a:t>Sovereign Security</a:t>
          </a:r>
          <a:endParaRPr lang="en-US" sz="2200">
            <a:latin typeface="Calibri"/>
          </a:endParaRPr>
        </a:p>
      </dgm:t>
    </dgm:pt>
    <dgm:pt modelId="{73DDC6DE-76DB-41CA-9594-B60B28359333}" type="parTrans" cxnId="{FC6B2068-A5BA-44DA-9674-5C1BBFE31171}">
      <dgm:prSet/>
      <dgm:spPr/>
      <dgm:t>
        <a:bodyPr/>
        <a:lstStyle/>
        <a:p>
          <a:endParaRPr lang="en-IN"/>
        </a:p>
      </dgm:t>
    </dgm:pt>
    <dgm:pt modelId="{10B12404-5AF9-4E34-BC3C-A8EE07492CC6}" type="sibTrans" cxnId="{FC6B2068-A5BA-44DA-9674-5C1BBFE31171}">
      <dgm:prSet/>
      <dgm:spPr/>
      <dgm:t>
        <a:bodyPr/>
        <a:lstStyle/>
        <a:p>
          <a:endParaRPr lang="en-IN"/>
        </a:p>
      </dgm:t>
    </dgm:pt>
    <dgm:pt modelId="{F626E974-4201-4A3E-AD91-32C7BE28FDC3}">
      <dgm:prSet phldrT="[Text]" phldr="0"/>
      <dgm:spPr/>
      <dgm:t>
        <a:bodyPr/>
        <a:lstStyle/>
        <a:p>
          <a:pPr rtl="0"/>
          <a:r>
            <a:rPr lang="en-IN" sz="1800"/>
            <a:t>Data • Models • Tools • Outputs</a:t>
          </a:r>
          <a:endParaRPr lang="en-US" sz="1800">
            <a:latin typeface="Calibri"/>
          </a:endParaRPr>
        </a:p>
      </dgm:t>
    </dgm:pt>
    <dgm:pt modelId="{6AFA0B73-3EB3-43F6-949B-42FE2EAA630E}" type="parTrans" cxnId="{9A25A9C4-9862-4D7A-A470-60DC45804F72}">
      <dgm:prSet/>
      <dgm:spPr/>
      <dgm:t>
        <a:bodyPr/>
        <a:lstStyle/>
        <a:p>
          <a:endParaRPr lang="en-IN"/>
        </a:p>
      </dgm:t>
    </dgm:pt>
    <dgm:pt modelId="{79B3D47C-5B7E-4ED0-AD65-7C8C2A8F524B}" type="sibTrans" cxnId="{9A25A9C4-9862-4D7A-A470-60DC45804F72}">
      <dgm:prSet/>
      <dgm:spPr/>
      <dgm:t>
        <a:bodyPr/>
        <a:lstStyle/>
        <a:p>
          <a:endParaRPr lang="en-IN"/>
        </a:p>
      </dgm:t>
    </dgm:pt>
    <dgm:pt modelId="{65C3802F-8873-49E3-87B1-FE69E891AD25}" type="pres">
      <dgm:prSet presAssocID="{AEA581A4-8E6D-48F4-AD70-E35BA736032C}" presName="linear" presStyleCnt="0">
        <dgm:presLayoutVars>
          <dgm:animLvl val="lvl"/>
          <dgm:resizeHandles val="exact"/>
        </dgm:presLayoutVars>
      </dgm:prSet>
      <dgm:spPr/>
    </dgm:pt>
    <dgm:pt modelId="{36A240DE-AB41-4674-B3C0-12071A9AF42E}" type="pres">
      <dgm:prSet presAssocID="{88F5BCCA-DB19-41E3-85B2-D3907D6D9A55}" presName="parentText" presStyleLbl="node1" presStyleIdx="0" presStyleCnt="4" custLinFactNeighborY="-2706">
        <dgm:presLayoutVars>
          <dgm:chMax val="0"/>
          <dgm:bulletEnabled val="1"/>
        </dgm:presLayoutVars>
      </dgm:prSet>
      <dgm:spPr/>
    </dgm:pt>
    <dgm:pt modelId="{77C3CA74-7AEC-4BB9-A1B2-8B551DE39D18}" type="pres">
      <dgm:prSet presAssocID="{88F5BCCA-DB19-41E3-85B2-D3907D6D9A55}" presName="childText" presStyleLbl="revTx" presStyleIdx="0" presStyleCnt="4">
        <dgm:presLayoutVars>
          <dgm:bulletEnabled val="1"/>
        </dgm:presLayoutVars>
      </dgm:prSet>
      <dgm:spPr/>
    </dgm:pt>
    <dgm:pt modelId="{F2C5AEB8-4E8F-46F6-B92E-DD358DB7E818}" type="pres">
      <dgm:prSet presAssocID="{F188C9EF-ED39-4618-A1DC-4424B33486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89449F-3B65-4034-943F-02720AE45CD1}" type="pres">
      <dgm:prSet presAssocID="{F188C9EF-ED39-4618-A1DC-4424B33486D9}" presName="childText" presStyleLbl="revTx" presStyleIdx="1" presStyleCnt="4">
        <dgm:presLayoutVars>
          <dgm:bulletEnabled val="1"/>
        </dgm:presLayoutVars>
      </dgm:prSet>
      <dgm:spPr/>
    </dgm:pt>
    <dgm:pt modelId="{C56D1315-D4DF-465F-B8C0-A59D4A38096D}" type="pres">
      <dgm:prSet presAssocID="{E78ABDF9-229F-4EC8-B118-D7710092F8C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A70FD5-91E2-4163-8BFA-370F0FD53E5F}" type="pres">
      <dgm:prSet presAssocID="{E78ABDF9-229F-4EC8-B118-D7710092F8CC}" presName="childText" presStyleLbl="revTx" presStyleIdx="2" presStyleCnt="4">
        <dgm:presLayoutVars>
          <dgm:bulletEnabled val="1"/>
        </dgm:presLayoutVars>
      </dgm:prSet>
      <dgm:spPr/>
    </dgm:pt>
    <dgm:pt modelId="{D8461F65-6531-41AB-BC8D-231B5A196ECD}" type="pres">
      <dgm:prSet presAssocID="{4BC7E568-47D9-4A6E-B6B7-E47B9E61826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D65BD57-6F2D-444A-A20C-C2F8ECA8FD28}" type="pres">
      <dgm:prSet presAssocID="{4BC7E568-47D9-4A6E-B6B7-E47B9E61826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9189226-2783-4C5B-8C4C-CC47C6E87852}" type="presOf" srcId="{4BC7E568-47D9-4A6E-B6B7-E47B9E61826E}" destId="{D8461F65-6531-41AB-BC8D-231B5A196ECD}" srcOrd="0" destOrd="0" presId="urn:microsoft.com/office/officeart/2005/8/layout/vList2"/>
    <dgm:cxn modelId="{65C4293B-7139-4AD4-94FD-56FC7CA4BA82}" srcId="{88F5BCCA-DB19-41E3-85B2-D3907D6D9A55}" destId="{F7F6F5FC-6352-4230-B0A0-CE09228C7172}" srcOrd="0" destOrd="0" parTransId="{532EB067-CF80-447B-8D5F-67ABF4D02D14}" sibTransId="{A8D4AE2A-8DEF-42A6-A910-EF149E467045}"/>
    <dgm:cxn modelId="{8E22393E-4861-4B0C-B4DC-568926FD3B41}" srcId="{AEA581A4-8E6D-48F4-AD70-E35BA736032C}" destId="{E78ABDF9-229F-4EC8-B118-D7710092F8CC}" srcOrd="2" destOrd="0" parTransId="{3D74A287-E904-4D5E-81E2-BFB99B923F8C}" sibTransId="{0AE1E741-8C0E-4344-955A-A131C0743272}"/>
    <dgm:cxn modelId="{64C42D3F-AEFE-4287-AC7B-87200A2413CE}" type="presOf" srcId="{88F5BCCA-DB19-41E3-85B2-D3907D6D9A55}" destId="{36A240DE-AB41-4674-B3C0-12071A9AF42E}" srcOrd="0" destOrd="0" presId="urn:microsoft.com/office/officeart/2005/8/layout/vList2"/>
    <dgm:cxn modelId="{FC6B2068-A5BA-44DA-9674-5C1BBFE31171}" srcId="{AEA581A4-8E6D-48F4-AD70-E35BA736032C}" destId="{4BC7E568-47D9-4A6E-B6B7-E47B9E61826E}" srcOrd="3" destOrd="0" parTransId="{73DDC6DE-76DB-41CA-9594-B60B28359333}" sibTransId="{10B12404-5AF9-4E34-BC3C-A8EE07492CC6}"/>
    <dgm:cxn modelId="{6753A970-98E8-444B-A6F5-98428648FD06}" srcId="{F188C9EF-ED39-4618-A1DC-4424B33486D9}" destId="{73DB1012-8B2E-46E9-984B-4A0A3C300F96}" srcOrd="0" destOrd="0" parTransId="{C79D85D5-3EDA-4FCF-93E7-C23A8BDCE0A0}" sibTransId="{36845963-2A15-47B2-AA3E-F021DB2F02DE}"/>
    <dgm:cxn modelId="{2C93DD57-45A7-4569-892E-290390E872A9}" type="presOf" srcId="{A80A32E9-8C0A-4DB3-9555-E7564E1D16F5}" destId="{81A70FD5-91E2-4163-8BFA-370F0FD53E5F}" srcOrd="0" destOrd="0" presId="urn:microsoft.com/office/officeart/2005/8/layout/vList2"/>
    <dgm:cxn modelId="{39EF1382-047B-4AF1-BC26-262A1FB57EF5}" srcId="{AEA581A4-8E6D-48F4-AD70-E35BA736032C}" destId="{88F5BCCA-DB19-41E3-85B2-D3907D6D9A55}" srcOrd="0" destOrd="0" parTransId="{5671A3A3-EC15-4976-985C-25613C47713C}" sibTransId="{DB36C0FA-6D0A-4451-A52B-5E1B2AA4A947}"/>
    <dgm:cxn modelId="{C9C4C383-3924-48BD-B056-14F796306BE6}" srcId="{AEA581A4-8E6D-48F4-AD70-E35BA736032C}" destId="{F188C9EF-ED39-4618-A1DC-4424B33486D9}" srcOrd="1" destOrd="0" parTransId="{F8D0DAFF-607B-4341-B450-2C07942EEE43}" sibTransId="{CEB1AD62-2BB5-4FA5-B60B-5697EFC829C4}"/>
    <dgm:cxn modelId="{990E3094-3E60-49D8-A0BD-E0A957A2E754}" type="presOf" srcId="{F188C9EF-ED39-4618-A1DC-4424B33486D9}" destId="{F2C5AEB8-4E8F-46F6-B92E-DD358DB7E818}" srcOrd="0" destOrd="0" presId="urn:microsoft.com/office/officeart/2005/8/layout/vList2"/>
    <dgm:cxn modelId="{38BC219E-F637-467D-9D30-861ADFAD6A7E}" type="presOf" srcId="{AEA581A4-8E6D-48F4-AD70-E35BA736032C}" destId="{65C3802F-8873-49E3-87B1-FE69E891AD25}" srcOrd="0" destOrd="0" presId="urn:microsoft.com/office/officeart/2005/8/layout/vList2"/>
    <dgm:cxn modelId="{D5B7CFC0-76E6-4EA3-86D2-6A7C3EFE2040}" srcId="{E78ABDF9-229F-4EC8-B118-D7710092F8CC}" destId="{A80A32E9-8C0A-4DB3-9555-E7564E1D16F5}" srcOrd="0" destOrd="0" parTransId="{1ABBADBC-F149-4328-B7F4-B73EBEF0EF47}" sibTransId="{555B0F05-6996-4161-9647-3EF046591120}"/>
    <dgm:cxn modelId="{9A25A9C4-9862-4D7A-A470-60DC45804F72}" srcId="{4BC7E568-47D9-4A6E-B6B7-E47B9E61826E}" destId="{F626E974-4201-4A3E-AD91-32C7BE28FDC3}" srcOrd="0" destOrd="0" parTransId="{6AFA0B73-3EB3-43F6-949B-42FE2EAA630E}" sibTransId="{79B3D47C-5B7E-4ED0-AD65-7C8C2A8F524B}"/>
    <dgm:cxn modelId="{290B32DF-FE0B-4FDE-8121-379E85629207}" type="presOf" srcId="{73DB1012-8B2E-46E9-984B-4A0A3C300F96}" destId="{8789449F-3B65-4034-943F-02720AE45CD1}" srcOrd="0" destOrd="0" presId="urn:microsoft.com/office/officeart/2005/8/layout/vList2"/>
    <dgm:cxn modelId="{015B9CE8-CD77-4314-B44F-80BCAEF49342}" type="presOf" srcId="{F626E974-4201-4A3E-AD91-32C7BE28FDC3}" destId="{CD65BD57-6F2D-444A-A20C-C2F8ECA8FD28}" srcOrd="0" destOrd="0" presId="urn:microsoft.com/office/officeart/2005/8/layout/vList2"/>
    <dgm:cxn modelId="{11992BEB-AFA4-4788-9416-4BC0C3D9AC88}" type="presOf" srcId="{E78ABDF9-229F-4EC8-B118-D7710092F8CC}" destId="{C56D1315-D4DF-465F-B8C0-A59D4A38096D}" srcOrd="0" destOrd="0" presId="urn:microsoft.com/office/officeart/2005/8/layout/vList2"/>
    <dgm:cxn modelId="{909B30ED-9CDF-48BB-938C-5B5DF1D974E3}" type="presOf" srcId="{F7F6F5FC-6352-4230-B0A0-CE09228C7172}" destId="{77C3CA74-7AEC-4BB9-A1B2-8B551DE39D18}" srcOrd="0" destOrd="0" presId="urn:microsoft.com/office/officeart/2005/8/layout/vList2"/>
    <dgm:cxn modelId="{4743D125-3AF6-41F3-ABD2-C6F83851ABF5}" type="presParOf" srcId="{65C3802F-8873-49E3-87B1-FE69E891AD25}" destId="{36A240DE-AB41-4674-B3C0-12071A9AF42E}" srcOrd="0" destOrd="0" presId="urn:microsoft.com/office/officeart/2005/8/layout/vList2"/>
    <dgm:cxn modelId="{9A75DA03-7AE4-445F-A638-5AA755679B03}" type="presParOf" srcId="{65C3802F-8873-49E3-87B1-FE69E891AD25}" destId="{77C3CA74-7AEC-4BB9-A1B2-8B551DE39D18}" srcOrd="1" destOrd="0" presId="urn:microsoft.com/office/officeart/2005/8/layout/vList2"/>
    <dgm:cxn modelId="{A9EBBBB0-D405-45B8-B449-896BD6602201}" type="presParOf" srcId="{65C3802F-8873-49E3-87B1-FE69E891AD25}" destId="{F2C5AEB8-4E8F-46F6-B92E-DD358DB7E818}" srcOrd="2" destOrd="0" presId="urn:microsoft.com/office/officeart/2005/8/layout/vList2"/>
    <dgm:cxn modelId="{1E2E04CD-9721-4B92-8B65-1206A39A5081}" type="presParOf" srcId="{65C3802F-8873-49E3-87B1-FE69E891AD25}" destId="{8789449F-3B65-4034-943F-02720AE45CD1}" srcOrd="3" destOrd="0" presId="urn:microsoft.com/office/officeart/2005/8/layout/vList2"/>
    <dgm:cxn modelId="{EBE1C0A3-2E5B-4379-B52E-6F49D46DCAE9}" type="presParOf" srcId="{65C3802F-8873-49E3-87B1-FE69E891AD25}" destId="{C56D1315-D4DF-465F-B8C0-A59D4A38096D}" srcOrd="4" destOrd="0" presId="urn:microsoft.com/office/officeart/2005/8/layout/vList2"/>
    <dgm:cxn modelId="{261A187A-64FD-4674-BB81-6AB92494B2DC}" type="presParOf" srcId="{65C3802F-8873-49E3-87B1-FE69E891AD25}" destId="{81A70FD5-91E2-4163-8BFA-370F0FD53E5F}" srcOrd="5" destOrd="0" presId="urn:microsoft.com/office/officeart/2005/8/layout/vList2"/>
    <dgm:cxn modelId="{EC9AAA12-3D88-41E4-91D5-9DC6BBCD0359}" type="presParOf" srcId="{65C3802F-8873-49E3-87B1-FE69E891AD25}" destId="{D8461F65-6531-41AB-BC8D-231B5A196ECD}" srcOrd="6" destOrd="0" presId="urn:microsoft.com/office/officeart/2005/8/layout/vList2"/>
    <dgm:cxn modelId="{A8E89856-0E70-4607-80B7-DE41E4F1590E}" type="presParOf" srcId="{65C3802F-8873-49E3-87B1-FE69E891AD25}" destId="{CD65BD57-6F2D-444A-A20C-C2F8ECA8FD2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C9A92-39C7-44E3-A006-90F2425E91DE}" type="doc">
      <dgm:prSet loTypeId="urn:microsoft.com/office/officeart/2005/8/layout/process1" loCatId="process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IN"/>
        </a:p>
      </dgm:t>
    </dgm:pt>
    <dgm:pt modelId="{990EDC32-4621-4382-A98B-0A1DBFCEBE9B}">
      <dgm:prSet phldrT="[Text]"/>
      <dgm:spPr/>
      <dgm:t>
        <a:bodyPr/>
        <a:lstStyle/>
        <a:p>
          <a:r>
            <a:rPr lang="en-IN"/>
            <a:t>Request</a:t>
          </a:r>
        </a:p>
      </dgm:t>
    </dgm:pt>
    <dgm:pt modelId="{A3C5B4AD-32B1-461A-A508-9156E8B04F0C}" type="parTrans" cxnId="{68B3B55B-468A-43D8-9C16-7699AC0F5CB6}">
      <dgm:prSet/>
      <dgm:spPr/>
      <dgm:t>
        <a:bodyPr/>
        <a:lstStyle/>
        <a:p>
          <a:endParaRPr lang="en-IN"/>
        </a:p>
      </dgm:t>
    </dgm:pt>
    <dgm:pt modelId="{E0611578-1A7A-43CF-AB2D-050C1D203DF2}" type="sibTrans" cxnId="{68B3B55B-468A-43D8-9C16-7699AC0F5CB6}">
      <dgm:prSet/>
      <dgm:spPr/>
      <dgm:t>
        <a:bodyPr/>
        <a:lstStyle/>
        <a:p>
          <a:endParaRPr lang="en-IN"/>
        </a:p>
      </dgm:t>
    </dgm:pt>
    <dgm:pt modelId="{A7247BCE-0E4A-4715-BB1D-B6687E17434C}">
      <dgm:prSet phldrT="[Text]" phldr="0"/>
      <dgm:spPr/>
      <dgm:t>
        <a:bodyPr/>
        <a:lstStyle/>
        <a:p>
          <a:r>
            <a:rPr lang="en-US"/>
            <a:t>Policy</a:t>
          </a:r>
          <a:endParaRPr lang="en-IN"/>
        </a:p>
      </dgm:t>
    </dgm:pt>
    <dgm:pt modelId="{381AC8C8-5D4E-488A-AF5D-9341F44E0851}" type="parTrans" cxnId="{BD8C11CB-FABE-4CDC-98A2-DE1E512C92F5}">
      <dgm:prSet/>
      <dgm:spPr/>
      <dgm:t>
        <a:bodyPr/>
        <a:lstStyle/>
        <a:p>
          <a:endParaRPr lang="en-IN"/>
        </a:p>
      </dgm:t>
    </dgm:pt>
    <dgm:pt modelId="{73EC2888-0A1E-4A80-BFAA-5A2F4636108B}" type="sibTrans" cxnId="{BD8C11CB-FABE-4CDC-98A2-DE1E512C92F5}">
      <dgm:prSet/>
      <dgm:spPr/>
      <dgm:t>
        <a:bodyPr/>
        <a:lstStyle/>
        <a:p>
          <a:endParaRPr lang="en-IN"/>
        </a:p>
      </dgm:t>
    </dgm:pt>
    <dgm:pt modelId="{B3B38195-6CAF-40D0-BE0B-2349599E7094}">
      <dgm:prSet phldrT="[Text]" phldr="0"/>
      <dgm:spPr/>
      <dgm:t>
        <a:bodyPr/>
        <a:lstStyle/>
        <a:p>
          <a:r>
            <a:rPr lang="en-US"/>
            <a:t>Router</a:t>
          </a:r>
          <a:endParaRPr lang="en-IN"/>
        </a:p>
      </dgm:t>
    </dgm:pt>
    <dgm:pt modelId="{DD4066D1-7644-4EC8-8668-2824C9E4B173}" type="parTrans" cxnId="{5A1259EF-0DAC-4038-B9B4-482DDE718AE2}">
      <dgm:prSet/>
      <dgm:spPr/>
      <dgm:t>
        <a:bodyPr/>
        <a:lstStyle/>
        <a:p>
          <a:endParaRPr lang="en-IN"/>
        </a:p>
      </dgm:t>
    </dgm:pt>
    <dgm:pt modelId="{C5AD80EA-99B0-4D1F-912F-AFE28B823BFA}" type="sibTrans" cxnId="{5A1259EF-0DAC-4038-B9B4-482DDE718AE2}">
      <dgm:prSet/>
      <dgm:spPr/>
      <dgm:t>
        <a:bodyPr/>
        <a:lstStyle/>
        <a:p>
          <a:endParaRPr lang="en-IN"/>
        </a:p>
      </dgm:t>
    </dgm:pt>
    <dgm:pt modelId="{5E0394D2-7F3A-413D-928D-DA90FC86B05A}">
      <dgm:prSet phldrT="[Text]" phldr="0"/>
      <dgm:spPr/>
      <dgm:t>
        <a:bodyPr/>
        <a:lstStyle/>
        <a:p>
          <a:r>
            <a:rPr lang="en-US"/>
            <a:t>Local AI</a:t>
          </a:r>
          <a:endParaRPr lang="en-IN"/>
        </a:p>
      </dgm:t>
    </dgm:pt>
    <dgm:pt modelId="{C3763311-942B-4A9A-BCC2-783FD168AC64}" type="parTrans" cxnId="{2FF5F00B-29DA-461B-AA2E-449F06C67D5A}">
      <dgm:prSet/>
      <dgm:spPr/>
      <dgm:t>
        <a:bodyPr/>
        <a:lstStyle/>
        <a:p>
          <a:endParaRPr lang="en-IN"/>
        </a:p>
      </dgm:t>
    </dgm:pt>
    <dgm:pt modelId="{2861DD28-D644-4DF8-8E0B-E85DCAB019F8}" type="sibTrans" cxnId="{2FF5F00B-29DA-461B-AA2E-449F06C67D5A}">
      <dgm:prSet/>
      <dgm:spPr/>
      <dgm:t>
        <a:bodyPr/>
        <a:lstStyle/>
        <a:p>
          <a:endParaRPr lang="en-IN"/>
        </a:p>
      </dgm:t>
    </dgm:pt>
    <dgm:pt modelId="{6C73703A-BAE7-4B30-93D7-E222C7B3B7A0}">
      <dgm:prSet phldrT="[Text]" phldr="0"/>
      <dgm:spPr/>
      <dgm:t>
        <a:bodyPr/>
        <a:lstStyle/>
        <a:p>
          <a:r>
            <a:rPr lang="en-US"/>
            <a:t>Verification</a:t>
          </a:r>
          <a:endParaRPr lang="en-IN"/>
        </a:p>
      </dgm:t>
    </dgm:pt>
    <dgm:pt modelId="{BD007853-3121-49F5-B7E8-4F489FFCE5C5}" type="parTrans" cxnId="{B7B520FB-6FBA-4A3C-BD9F-2930B3F31289}">
      <dgm:prSet/>
      <dgm:spPr/>
      <dgm:t>
        <a:bodyPr/>
        <a:lstStyle/>
        <a:p>
          <a:endParaRPr lang="en-IN"/>
        </a:p>
      </dgm:t>
    </dgm:pt>
    <dgm:pt modelId="{F13FBB73-97D1-4680-A867-17E6A1A337A7}" type="sibTrans" cxnId="{B7B520FB-6FBA-4A3C-BD9F-2930B3F31289}">
      <dgm:prSet/>
      <dgm:spPr/>
      <dgm:t>
        <a:bodyPr/>
        <a:lstStyle/>
        <a:p>
          <a:endParaRPr lang="en-IN"/>
        </a:p>
      </dgm:t>
    </dgm:pt>
    <dgm:pt modelId="{688B65A4-5446-45A2-83A2-B27DEF63B9FA}">
      <dgm:prSet phldrT="[Text]" phldr="0"/>
      <dgm:spPr/>
      <dgm:t>
        <a:bodyPr/>
        <a:lstStyle/>
        <a:p>
          <a:r>
            <a:rPr lang="en-US"/>
            <a:t>Audit</a:t>
          </a:r>
          <a:endParaRPr lang="en-IN"/>
        </a:p>
      </dgm:t>
    </dgm:pt>
    <dgm:pt modelId="{08911460-967E-4A1A-9515-6812183DBBD1}" type="parTrans" cxnId="{BD7E839F-EC17-458C-9A73-175E81C0FCA9}">
      <dgm:prSet/>
      <dgm:spPr/>
      <dgm:t>
        <a:bodyPr/>
        <a:lstStyle/>
        <a:p>
          <a:endParaRPr lang="en-IN"/>
        </a:p>
      </dgm:t>
    </dgm:pt>
    <dgm:pt modelId="{0A6CC423-2255-4609-B0E6-F3F526727ED9}" type="sibTrans" cxnId="{BD7E839F-EC17-458C-9A73-175E81C0FCA9}">
      <dgm:prSet/>
      <dgm:spPr/>
      <dgm:t>
        <a:bodyPr/>
        <a:lstStyle/>
        <a:p>
          <a:endParaRPr lang="en-IN"/>
        </a:p>
      </dgm:t>
    </dgm:pt>
    <dgm:pt modelId="{0F44D9A2-DC19-4295-B6D2-A88A133A3F1E}" type="pres">
      <dgm:prSet presAssocID="{5ECC9A92-39C7-44E3-A006-90F2425E91DE}" presName="Name0" presStyleCnt="0">
        <dgm:presLayoutVars>
          <dgm:dir/>
          <dgm:resizeHandles val="exact"/>
        </dgm:presLayoutVars>
      </dgm:prSet>
      <dgm:spPr/>
    </dgm:pt>
    <dgm:pt modelId="{1525058E-2D57-442D-90A5-97B861E4CBA1}" type="pres">
      <dgm:prSet presAssocID="{990EDC32-4621-4382-A98B-0A1DBFCEBE9B}" presName="node" presStyleLbl="node1" presStyleIdx="0" presStyleCnt="6">
        <dgm:presLayoutVars>
          <dgm:bulletEnabled val="1"/>
        </dgm:presLayoutVars>
      </dgm:prSet>
      <dgm:spPr/>
    </dgm:pt>
    <dgm:pt modelId="{C7280D5A-CC42-4460-9F9E-2C35F5F28E16}" type="pres">
      <dgm:prSet presAssocID="{E0611578-1A7A-43CF-AB2D-050C1D203DF2}" presName="sibTrans" presStyleLbl="sibTrans2D1" presStyleIdx="0" presStyleCnt="5"/>
      <dgm:spPr/>
    </dgm:pt>
    <dgm:pt modelId="{C5DB3910-8459-4097-BA27-3EF432652BCB}" type="pres">
      <dgm:prSet presAssocID="{E0611578-1A7A-43CF-AB2D-050C1D203DF2}" presName="connectorText" presStyleLbl="sibTrans2D1" presStyleIdx="0" presStyleCnt="5"/>
      <dgm:spPr/>
    </dgm:pt>
    <dgm:pt modelId="{7AB8A9E8-7201-48A5-8E08-83280D04DAAB}" type="pres">
      <dgm:prSet presAssocID="{A7247BCE-0E4A-4715-BB1D-B6687E17434C}" presName="node" presStyleLbl="node1" presStyleIdx="1" presStyleCnt="6">
        <dgm:presLayoutVars>
          <dgm:bulletEnabled val="1"/>
        </dgm:presLayoutVars>
      </dgm:prSet>
      <dgm:spPr/>
    </dgm:pt>
    <dgm:pt modelId="{5FABAC9A-5419-4ED5-BD56-35047B22C81C}" type="pres">
      <dgm:prSet presAssocID="{73EC2888-0A1E-4A80-BFAA-5A2F4636108B}" presName="sibTrans" presStyleLbl="sibTrans2D1" presStyleIdx="1" presStyleCnt="5"/>
      <dgm:spPr/>
    </dgm:pt>
    <dgm:pt modelId="{04D5F1FF-C6AB-4617-95C3-A494EBC05DDC}" type="pres">
      <dgm:prSet presAssocID="{73EC2888-0A1E-4A80-BFAA-5A2F4636108B}" presName="connectorText" presStyleLbl="sibTrans2D1" presStyleIdx="1" presStyleCnt="5"/>
      <dgm:spPr/>
    </dgm:pt>
    <dgm:pt modelId="{D212EEAE-F6BD-4183-95F9-4A92906AD7D5}" type="pres">
      <dgm:prSet presAssocID="{B3B38195-6CAF-40D0-BE0B-2349599E7094}" presName="node" presStyleLbl="node1" presStyleIdx="2" presStyleCnt="6">
        <dgm:presLayoutVars>
          <dgm:bulletEnabled val="1"/>
        </dgm:presLayoutVars>
      </dgm:prSet>
      <dgm:spPr/>
    </dgm:pt>
    <dgm:pt modelId="{F20AA256-E49A-4E76-82A9-541703B1B887}" type="pres">
      <dgm:prSet presAssocID="{C5AD80EA-99B0-4D1F-912F-AFE28B823BFA}" presName="sibTrans" presStyleLbl="sibTrans2D1" presStyleIdx="2" presStyleCnt="5"/>
      <dgm:spPr/>
    </dgm:pt>
    <dgm:pt modelId="{5A57E576-7F4D-462E-BF88-DBFC85547259}" type="pres">
      <dgm:prSet presAssocID="{C5AD80EA-99B0-4D1F-912F-AFE28B823BFA}" presName="connectorText" presStyleLbl="sibTrans2D1" presStyleIdx="2" presStyleCnt="5"/>
      <dgm:spPr/>
    </dgm:pt>
    <dgm:pt modelId="{4FD872F6-CC30-4017-9B1A-E61A582B7D61}" type="pres">
      <dgm:prSet presAssocID="{5E0394D2-7F3A-413D-928D-DA90FC86B05A}" presName="node" presStyleLbl="node1" presStyleIdx="3" presStyleCnt="6">
        <dgm:presLayoutVars>
          <dgm:bulletEnabled val="1"/>
        </dgm:presLayoutVars>
      </dgm:prSet>
      <dgm:spPr/>
    </dgm:pt>
    <dgm:pt modelId="{805F5262-91F9-47EF-87C2-CD04BF194011}" type="pres">
      <dgm:prSet presAssocID="{2861DD28-D644-4DF8-8E0B-E85DCAB019F8}" presName="sibTrans" presStyleLbl="sibTrans2D1" presStyleIdx="3" presStyleCnt="5"/>
      <dgm:spPr/>
    </dgm:pt>
    <dgm:pt modelId="{F85410A3-7EDA-4F07-83FB-5E8D72AADEDF}" type="pres">
      <dgm:prSet presAssocID="{2861DD28-D644-4DF8-8E0B-E85DCAB019F8}" presName="connectorText" presStyleLbl="sibTrans2D1" presStyleIdx="3" presStyleCnt="5"/>
      <dgm:spPr/>
    </dgm:pt>
    <dgm:pt modelId="{3944B5C1-EA56-419B-A8F7-3EB8D1F0EABA}" type="pres">
      <dgm:prSet presAssocID="{6C73703A-BAE7-4B30-93D7-E222C7B3B7A0}" presName="node" presStyleLbl="node1" presStyleIdx="4" presStyleCnt="6">
        <dgm:presLayoutVars>
          <dgm:bulletEnabled val="1"/>
        </dgm:presLayoutVars>
      </dgm:prSet>
      <dgm:spPr/>
    </dgm:pt>
    <dgm:pt modelId="{11D70556-06CD-4122-860C-209E038B3E7F}" type="pres">
      <dgm:prSet presAssocID="{F13FBB73-97D1-4680-A867-17E6A1A337A7}" presName="sibTrans" presStyleLbl="sibTrans2D1" presStyleIdx="4" presStyleCnt="5"/>
      <dgm:spPr/>
    </dgm:pt>
    <dgm:pt modelId="{ACA82A37-02EB-458E-BE75-A8989F98ED01}" type="pres">
      <dgm:prSet presAssocID="{F13FBB73-97D1-4680-A867-17E6A1A337A7}" presName="connectorText" presStyleLbl="sibTrans2D1" presStyleIdx="4" presStyleCnt="5"/>
      <dgm:spPr/>
    </dgm:pt>
    <dgm:pt modelId="{D3A003FE-5FAD-4ABE-A580-90B32D8F16CF}" type="pres">
      <dgm:prSet presAssocID="{688B65A4-5446-45A2-83A2-B27DEF63B9FA}" presName="node" presStyleLbl="node1" presStyleIdx="5" presStyleCnt="6">
        <dgm:presLayoutVars>
          <dgm:bulletEnabled val="1"/>
        </dgm:presLayoutVars>
      </dgm:prSet>
      <dgm:spPr/>
    </dgm:pt>
  </dgm:ptLst>
  <dgm:cxnLst>
    <dgm:cxn modelId="{785B3D03-7378-46B0-AA21-5522E0B93532}" type="presOf" srcId="{C5AD80EA-99B0-4D1F-912F-AFE28B823BFA}" destId="{5A57E576-7F4D-462E-BF88-DBFC85547259}" srcOrd="1" destOrd="0" presId="urn:microsoft.com/office/officeart/2005/8/layout/process1"/>
    <dgm:cxn modelId="{2FF5F00B-29DA-461B-AA2E-449F06C67D5A}" srcId="{5ECC9A92-39C7-44E3-A006-90F2425E91DE}" destId="{5E0394D2-7F3A-413D-928D-DA90FC86B05A}" srcOrd="3" destOrd="0" parTransId="{C3763311-942B-4A9A-BCC2-783FD168AC64}" sibTransId="{2861DD28-D644-4DF8-8E0B-E85DCAB019F8}"/>
    <dgm:cxn modelId="{3768CE19-FD42-4EA4-B0D4-7E08712C8D89}" type="presOf" srcId="{990EDC32-4621-4382-A98B-0A1DBFCEBE9B}" destId="{1525058E-2D57-442D-90A5-97B861E4CBA1}" srcOrd="0" destOrd="0" presId="urn:microsoft.com/office/officeart/2005/8/layout/process1"/>
    <dgm:cxn modelId="{98CF611F-F10B-487C-AD90-69853EE30614}" type="presOf" srcId="{B3B38195-6CAF-40D0-BE0B-2349599E7094}" destId="{D212EEAE-F6BD-4183-95F9-4A92906AD7D5}" srcOrd="0" destOrd="0" presId="urn:microsoft.com/office/officeart/2005/8/layout/process1"/>
    <dgm:cxn modelId="{CF28B61F-8ECB-4DF2-AD6F-74D4E4D14D9E}" type="presOf" srcId="{6C73703A-BAE7-4B30-93D7-E222C7B3B7A0}" destId="{3944B5C1-EA56-419B-A8F7-3EB8D1F0EABA}" srcOrd="0" destOrd="0" presId="urn:microsoft.com/office/officeart/2005/8/layout/process1"/>
    <dgm:cxn modelId="{4DFB9521-F7A0-4BD8-8B21-E34D6F407E3D}" type="presOf" srcId="{5ECC9A92-39C7-44E3-A006-90F2425E91DE}" destId="{0F44D9A2-DC19-4295-B6D2-A88A133A3F1E}" srcOrd="0" destOrd="0" presId="urn:microsoft.com/office/officeart/2005/8/layout/process1"/>
    <dgm:cxn modelId="{EEDD923E-8654-419B-8F19-5AD246307A72}" type="presOf" srcId="{73EC2888-0A1E-4A80-BFAA-5A2F4636108B}" destId="{5FABAC9A-5419-4ED5-BD56-35047B22C81C}" srcOrd="0" destOrd="0" presId="urn:microsoft.com/office/officeart/2005/8/layout/process1"/>
    <dgm:cxn modelId="{68B3B55B-468A-43D8-9C16-7699AC0F5CB6}" srcId="{5ECC9A92-39C7-44E3-A006-90F2425E91DE}" destId="{990EDC32-4621-4382-A98B-0A1DBFCEBE9B}" srcOrd="0" destOrd="0" parTransId="{A3C5B4AD-32B1-461A-A508-9156E8B04F0C}" sibTransId="{E0611578-1A7A-43CF-AB2D-050C1D203DF2}"/>
    <dgm:cxn modelId="{49673B68-9437-4A33-8383-29751E0463F4}" type="presOf" srcId="{2861DD28-D644-4DF8-8E0B-E85DCAB019F8}" destId="{F85410A3-7EDA-4F07-83FB-5E8D72AADEDF}" srcOrd="1" destOrd="0" presId="urn:microsoft.com/office/officeart/2005/8/layout/process1"/>
    <dgm:cxn modelId="{2E297950-4E58-4D7A-BAA5-0090E9C7B4B0}" type="presOf" srcId="{F13FBB73-97D1-4680-A867-17E6A1A337A7}" destId="{ACA82A37-02EB-458E-BE75-A8989F98ED01}" srcOrd="1" destOrd="0" presId="urn:microsoft.com/office/officeart/2005/8/layout/process1"/>
    <dgm:cxn modelId="{0F86B375-4967-483F-9C08-163C3564EE1C}" type="presOf" srcId="{F13FBB73-97D1-4680-A867-17E6A1A337A7}" destId="{11D70556-06CD-4122-860C-209E038B3E7F}" srcOrd="0" destOrd="0" presId="urn:microsoft.com/office/officeart/2005/8/layout/process1"/>
    <dgm:cxn modelId="{0D0BBA92-8760-4A03-8290-C471E7AABD8C}" type="presOf" srcId="{E0611578-1A7A-43CF-AB2D-050C1D203DF2}" destId="{C7280D5A-CC42-4460-9F9E-2C35F5F28E16}" srcOrd="0" destOrd="0" presId="urn:microsoft.com/office/officeart/2005/8/layout/process1"/>
    <dgm:cxn modelId="{D3ECBC96-5DB0-457F-B23F-9410A53E0EEE}" type="presOf" srcId="{E0611578-1A7A-43CF-AB2D-050C1D203DF2}" destId="{C5DB3910-8459-4097-BA27-3EF432652BCB}" srcOrd="1" destOrd="0" presId="urn:microsoft.com/office/officeart/2005/8/layout/process1"/>
    <dgm:cxn modelId="{3266D99C-C0B3-4027-A88E-EE877FA35296}" type="presOf" srcId="{2861DD28-D644-4DF8-8E0B-E85DCAB019F8}" destId="{805F5262-91F9-47EF-87C2-CD04BF194011}" srcOrd="0" destOrd="0" presId="urn:microsoft.com/office/officeart/2005/8/layout/process1"/>
    <dgm:cxn modelId="{BD7E839F-EC17-458C-9A73-175E81C0FCA9}" srcId="{5ECC9A92-39C7-44E3-A006-90F2425E91DE}" destId="{688B65A4-5446-45A2-83A2-B27DEF63B9FA}" srcOrd="5" destOrd="0" parTransId="{08911460-967E-4A1A-9515-6812183DBBD1}" sibTransId="{0A6CC423-2255-4609-B0E6-F3F526727ED9}"/>
    <dgm:cxn modelId="{DBE121A7-87AC-42F3-B8D6-06A7B21B5281}" type="presOf" srcId="{C5AD80EA-99B0-4D1F-912F-AFE28B823BFA}" destId="{F20AA256-E49A-4E76-82A9-541703B1B887}" srcOrd="0" destOrd="0" presId="urn:microsoft.com/office/officeart/2005/8/layout/process1"/>
    <dgm:cxn modelId="{DD0B85BB-E179-4186-9B6F-2524A7D54B22}" type="presOf" srcId="{73EC2888-0A1E-4A80-BFAA-5A2F4636108B}" destId="{04D5F1FF-C6AB-4617-95C3-A494EBC05DDC}" srcOrd="1" destOrd="0" presId="urn:microsoft.com/office/officeart/2005/8/layout/process1"/>
    <dgm:cxn modelId="{1F67A5BC-DF40-455E-951F-C3CD739CDF11}" type="presOf" srcId="{5E0394D2-7F3A-413D-928D-DA90FC86B05A}" destId="{4FD872F6-CC30-4017-9B1A-E61A582B7D61}" srcOrd="0" destOrd="0" presId="urn:microsoft.com/office/officeart/2005/8/layout/process1"/>
    <dgm:cxn modelId="{88844BBD-C90B-409E-98A1-0D539043E87C}" type="presOf" srcId="{688B65A4-5446-45A2-83A2-B27DEF63B9FA}" destId="{D3A003FE-5FAD-4ABE-A580-90B32D8F16CF}" srcOrd="0" destOrd="0" presId="urn:microsoft.com/office/officeart/2005/8/layout/process1"/>
    <dgm:cxn modelId="{BD8C11CB-FABE-4CDC-98A2-DE1E512C92F5}" srcId="{5ECC9A92-39C7-44E3-A006-90F2425E91DE}" destId="{A7247BCE-0E4A-4715-BB1D-B6687E17434C}" srcOrd="1" destOrd="0" parTransId="{381AC8C8-5D4E-488A-AF5D-9341F44E0851}" sibTransId="{73EC2888-0A1E-4A80-BFAA-5A2F4636108B}"/>
    <dgm:cxn modelId="{ACAB44D1-7AA9-4C7C-B314-B161ED543612}" type="presOf" srcId="{A7247BCE-0E4A-4715-BB1D-B6687E17434C}" destId="{7AB8A9E8-7201-48A5-8E08-83280D04DAAB}" srcOrd="0" destOrd="0" presId="urn:microsoft.com/office/officeart/2005/8/layout/process1"/>
    <dgm:cxn modelId="{5A1259EF-0DAC-4038-B9B4-482DDE718AE2}" srcId="{5ECC9A92-39C7-44E3-A006-90F2425E91DE}" destId="{B3B38195-6CAF-40D0-BE0B-2349599E7094}" srcOrd="2" destOrd="0" parTransId="{DD4066D1-7644-4EC8-8668-2824C9E4B173}" sibTransId="{C5AD80EA-99B0-4D1F-912F-AFE28B823BFA}"/>
    <dgm:cxn modelId="{B7B520FB-6FBA-4A3C-BD9F-2930B3F31289}" srcId="{5ECC9A92-39C7-44E3-A006-90F2425E91DE}" destId="{6C73703A-BAE7-4B30-93D7-E222C7B3B7A0}" srcOrd="4" destOrd="0" parTransId="{BD007853-3121-49F5-B7E8-4F489FFCE5C5}" sibTransId="{F13FBB73-97D1-4680-A867-17E6A1A337A7}"/>
    <dgm:cxn modelId="{93C19F2E-2D3A-46B5-9570-49F2DD1FB5B2}" type="presParOf" srcId="{0F44D9A2-DC19-4295-B6D2-A88A133A3F1E}" destId="{1525058E-2D57-442D-90A5-97B861E4CBA1}" srcOrd="0" destOrd="0" presId="urn:microsoft.com/office/officeart/2005/8/layout/process1"/>
    <dgm:cxn modelId="{CFC8C056-B743-49D7-9C89-328761C0E90E}" type="presParOf" srcId="{0F44D9A2-DC19-4295-B6D2-A88A133A3F1E}" destId="{C7280D5A-CC42-4460-9F9E-2C35F5F28E16}" srcOrd="1" destOrd="0" presId="urn:microsoft.com/office/officeart/2005/8/layout/process1"/>
    <dgm:cxn modelId="{A5F33A65-53ED-403B-9C37-342E01587940}" type="presParOf" srcId="{C7280D5A-CC42-4460-9F9E-2C35F5F28E16}" destId="{C5DB3910-8459-4097-BA27-3EF432652BCB}" srcOrd="0" destOrd="0" presId="urn:microsoft.com/office/officeart/2005/8/layout/process1"/>
    <dgm:cxn modelId="{E9F4EE55-174F-42A8-93FB-43B6D59B6D23}" type="presParOf" srcId="{0F44D9A2-DC19-4295-B6D2-A88A133A3F1E}" destId="{7AB8A9E8-7201-48A5-8E08-83280D04DAAB}" srcOrd="2" destOrd="0" presId="urn:microsoft.com/office/officeart/2005/8/layout/process1"/>
    <dgm:cxn modelId="{897AB122-9D72-406B-BC8B-F87B74A2A720}" type="presParOf" srcId="{0F44D9A2-DC19-4295-B6D2-A88A133A3F1E}" destId="{5FABAC9A-5419-4ED5-BD56-35047B22C81C}" srcOrd="3" destOrd="0" presId="urn:microsoft.com/office/officeart/2005/8/layout/process1"/>
    <dgm:cxn modelId="{62DCF30D-9760-4473-8121-AD1BA081F9CB}" type="presParOf" srcId="{5FABAC9A-5419-4ED5-BD56-35047B22C81C}" destId="{04D5F1FF-C6AB-4617-95C3-A494EBC05DDC}" srcOrd="0" destOrd="0" presId="urn:microsoft.com/office/officeart/2005/8/layout/process1"/>
    <dgm:cxn modelId="{19128612-EA31-48C2-8F00-55D6379A208C}" type="presParOf" srcId="{0F44D9A2-DC19-4295-B6D2-A88A133A3F1E}" destId="{D212EEAE-F6BD-4183-95F9-4A92906AD7D5}" srcOrd="4" destOrd="0" presId="urn:microsoft.com/office/officeart/2005/8/layout/process1"/>
    <dgm:cxn modelId="{EEC6D5F9-0C6A-46C4-92A9-5E2EBE83075A}" type="presParOf" srcId="{0F44D9A2-DC19-4295-B6D2-A88A133A3F1E}" destId="{F20AA256-E49A-4E76-82A9-541703B1B887}" srcOrd="5" destOrd="0" presId="urn:microsoft.com/office/officeart/2005/8/layout/process1"/>
    <dgm:cxn modelId="{00505EDE-4E4F-4E8D-B9FB-E51A541FDAAB}" type="presParOf" srcId="{F20AA256-E49A-4E76-82A9-541703B1B887}" destId="{5A57E576-7F4D-462E-BF88-DBFC85547259}" srcOrd="0" destOrd="0" presId="urn:microsoft.com/office/officeart/2005/8/layout/process1"/>
    <dgm:cxn modelId="{CF2C26F9-0800-435C-A232-E9B8BEDD9C18}" type="presParOf" srcId="{0F44D9A2-DC19-4295-B6D2-A88A133A3F1E}" destId="{4FD872F6-CC30-4017-9B1A-E61A582B7D61}" srcOrd="6" destOrd="0" presId="urn:microsoft.com/office/officeart/2005/8/layout/process1"/>
    <dgm:cxn modelId="{49B6D6F0-E8B9-49EE-BE2E-C94ECACAE844}" type="presParOf" srcId="{0F44D9A2-DC19-4295-B6D2-A88A133A3F1E}" destId="{805F5262-91F9-47EF-87C2-CD04BF194011}" srcOrd="7" destOrd="0" presId="urn:microsoft.com/office/officeart/2005/8/layout/process1"/>
    <dgm:cxn modelId="{B5F930A5-2F8D-493B-A332-2849CC05A6F9}" type="presParOf" srcId="{805F5262-91F9-47EF-87C2-CD04BF194011}" destId="{F85410A3-7EDA-4F07-83FB-5E8D72AADEDF}" srcOrd="0" destOrd="0" presId="urn:microsoft.com/office/officeart/2005/8/layout/process1"/>
    <dgm:cxn modelId="{D881BB8C-01C8-4C46-8773-ADC39060F285}" type="presParOf" srcId="{0F44D9A2-DC19-4295-B6D2-A88A133A3F1E}" destId="{3944B5C1-EA56-419B-A8F7-3EB8D1F0EABA}" srcOrd="8" destOrd="0" presId="urn:microsoft.com/office/officeart/2005/8/layout/process1"/>
    <dgm:cxn modelId="{600FBCC6-E62A-4866-A02B-B26231B40789}" type="presParOf" srcId="{0F44D9A2-DC19-4295-B6D2-A88A133A3F1E}" destId="{11D70556-06CD-4122-860C-209E038B3E7F}" srcOrd="9" destOrd="0" presId="urn:microsoft.com/office/officeart/2005/8/layout/process1"/>
    <dgm:cxn modelId="{380039D6-DBCF-4EC0-B1D0-2EFF2077AADF}" type="presParOf" srcId="{11D70556-06CD-4122-860C-209E038B3E7F}" destId="{ACA82A37-02EB-458E-BE75-A8989F98ED01}" srcOrd="0" destOrd="0" presId="urn:microsoft.com/office/officeart/2005/8/layout/process1"/>
    <dgm:cxn modelId="{1367778C-0149-4DE5-8698-C05DF23CDDB3}" type="presParOf" srcId="{0F44D9A2-DC19-4295-B6D2-A88A133A3F1E}" destId="{D3A003FE-5FAD-4ABE-A580-90B32D8F16C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240DE-AB41-4674-B3C0-12071A9AF42E}">
      <dsp:nvSpPr>
        <dsp:cNvPr id="0" name=""/>
        <dsp:cNvSpPr/>
      </dsp:nvSpPr>
      <dsp:spPr>
        <a:xfrm>
          <a:off x="0" y="113336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Smart Capability Routing</a:t>
          </a:r>
          <a:endParaRPr lang="en-US" sz="2300" kern="1200">
            <a:latin typeface="Calibri"/>
          </a:endParaRPr>
        </a:p>
      </dsp:txBody>
      <dsp:txXfrm>
        <a:off x="26930" y="140266"/>
        <a:ext cx="3150628" cy="497795"/>
      </dsp:txXfrm>
    </dsp:sp>
    <dsp:sp modelId="{77C3CA74-7AEC-4BB9-A1B2-8B551DE39D18}">
      <dsp:nvSpPr>
        <dsp:cNvPr id="0" name=""/>
        <dsp:cNvSpPr/>
      </dsp:nvSpPr>
      <dsp:spPr>
        <a:xfrm>
          <a:off x="0" y="680451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Task → required capability → approved local pipeline.</a:t>
          </a:r>
          <a:endParaRPr lang="en-US" sz="1800" kern="1200">
            <a:latin typeface="Calibri"/>
          </a:endParaRPr>
        </a:p>
      </dsp:txBody>
      <dsp:txXfrm>
        <a:off x="0" y="680451"/>
        <a:ext cx="3204488" cy="571320"/>
      </dsp:txXfrm>
    </dsp:sp>
    <dsp:sp modelId="{F2C5AEB8-4E8F-46F6-B92E-DD358DB7E818}">
      <dsp:nvSpPr>
        <dsp:cNvPr id="0" name=""/>
        <dsp:cNvSpPr/>
      </dsp:nvSpPr>
      <dsp:spPr>
        <a:xfrm>
          <a:off x="0" y="1251771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Policy-Controlled Agents</a:t>
          </a:r>
          <a:endParaRPr lang="en-US" sz="2300" kern="1200" dirty="0">
            <a:latin typeface="Calibri"/>
          </a:endParaRPr>
        </a:p>
      </dsp:txBody>
      <dsp:txXfrm>
        <a:off x="26930" y="1278701"/>
        <a:ext cx="3150628" cy="497795"/>
      </dsp:txXfrm>
    </dsp:sp>
    <dsp:sp modelId="{8789449F-3B65-4034-943F-02720AE45CD1}">
      <dsp:nvSpPr>
        <dsp:cNvPr id="0" name=""/>
        <dsp:cNvSpPr/>
      </dsp:nvSpPr>
      <dsp:spPr>
        <a:xfrm>
          <a:off x="0" y="1803426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Steps • Tools • Resources • Approval</a:t>
          </a:r>
          <a:endParaRPr lang="en-US" sz="1800" kern="1200">
            <a:latin typeface="Calibri"/>
          </a:endParaRPr>
        </a:p>
      </dsp:txBody>
      <dsp:txXfrm>
        <a:off x="0" y="1803426"/>
        <a:ext cx="3204488" cy="571320"/>
      </dsp:txXfrm>
    </dsp:sp>
    <dsp:sp modelId="{C56D1315-D4DF-465F-B8C0-A59D4A38096D}">
      <dsp:nvSpPr>
        <dsp:cNvPr id="0" name=""/>
        <dsp:cNvSpPr/>
      </dsp:nvSpPr>
      <dsp:spPr>
        <a:xfrm>
          <a:off x="0" y="2374746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Evidence-Grounded AI</a:t>
          </a:r>
          <a:endParaRPr lang="en-US" sz="2300" kern="1200">
            <a:latin typeface="Calibri"/>
          </a:endParaRPr>
        </a:p>
      </dsp:txBody>
      <dsp:txXfrm>
        <a:off x="26930" y="2401676"/>
        <a:ext cx="3150628" cy="497795"/>
      </dsp:txXfrm>
    </dsp:sp>
    <dsp:sp modelId="{81A70FD5-91E2-4163-8BFA-370F0FD53E5F}">
      <dsp:nvSpPr>
        <dsp:cNvPr id="0" name=""/>
        <dsp:cNvSpPr/>
      </dsp:nvSpPr>
      <dsp:spPr>
        <a:xfrm>
          <a:off x="0" y="2926401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Answer → Sources → Verification</a:t>
          </a:r>
          <a:endParaRPr lang="en-US" sz="1800" kern="1200">
            <a:latin typeface="Calibri"/>
          </a:endParaRPr>
        </a:p>
      </dsp:txBody>
      <dsp:txXfrm>
        <a:off x="0" y="2926401"/>
        <a:ext cx="3204488" cy="571320"/>
      </dsp:txXfrm>
    </dsp:sp>
    <dsp:sp modelId="{D8461F65-6531-41AB-BC8D-231B5A196ECD}">
      <dsp:nvSpPr>
        <dsp:cNvPr id="0" name=""/>
        <dsp:cNvSpPr/>
      </dsp:nvSpPr>
      <dsp:spPr>
        <a:xfrm>
          <a:off x="0" y="3497721"/>
          <a:ext cx="3204488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Sovereign Security</a:t>
          </a:r>
          <a:endParaRPr lang="en-US" sz="2300" kern="1200">
            <a:latin typeface="Calibri"/>
          </a:endParaRPr>
        </a:p>
      </dsp:txBody>
      <dsp:txXfrm>
        <a:off x="26930" y="3524651"/>
        <a:ext cx="3150628" cy="497795"/>
      </dsp:txXfrm>
    </dsp:sp>
    <dsp:sp modelId="{CD65BD57-6F2D-444A-A20C-C2F8ECA8FD28}">
      <dsp:nvSpPr>
        <dsp:cNvPr id="0" name=""/>
        <dsp:cNvSpPr/>
      </dsp:nvSpPr>
      <dsp:spPr>
        <a:xfrm>
          <a:off x="0" y="4049376"/>
          <a:ext cx="3204488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42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Data • Models • Tools • Outputs</a:t>
          </a:r>
          <a:endParaRPr lang="en-US" sz="1800" kern="1200">
            <a:latin typeface="Calibri"/>
          </a:endParaRPr>
        </a:p>
      </dsp:txBody>
      <dsp:txXfrm>
        <a:off x="0" y="4049376"/>
        <a:ext cx="3204488" cy="5713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5058E-2D57-442D-90A5-97B861E4CBA1}">
      <dsp:nvSpPr>
        <dsp:cNvPr id="0" name=""/>
        <dsp:cNvSpPr/>
      </dsp:nvSpPr>
      <dsp:spPr>
        <a:xfrm>
          <a:off x="0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Request</a:t>
          </a:r>
        </a:p>
      </dsp:txBody>
      <dsp:txXfrm>
        <a:off x="17855" y="2422388"/>
        <a:ext cx="980290" cy="573890"/>
      </dsp:txXfrm>
    </dsp:sp>
    <dsp:sp modelId="{C7280D5A-CC42-4460-9F9E-2C35F5F28E16}">
      <dsp:nvSpPr>
        <dsp:cNvPr id="0" name=""/>
        <dsp:cNvSpPr/>
      </dsp:nvSpPr>
      <dsp:spPr>
        <a:xfrm>
          <a:off x="1117599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117599" y="2633743"/>
        <a:ext cx="150774" cy="151180"/>
      </dsp:txXfrm>
    </dsp:sp>
    <dsp:sp modelId="{7AB8A9E8-7201-48A5-8E08-83280D04DAAB}">
      <dsp:nvSpPr>
        <dsp:cNvPr id="0" name=""/>
        <dsp:cNvSpPr/>
      </dsp:nvSpPr>
      <dsp:spPr>
        <a:xfrm>
          <a:off x="14223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Policy</a:t>
          </a:r>
          <a:endParaRPr lang="en-IN" sz="1400" kern="1200"/>
        </a:p>
      </dsp:txBody>
      <dsp:txXfrm>
        <a:off x="1440254" y="2422388"/>
        <a:ext cx="980290" cy="573890"/>
      </dsp:txXfrm>
    </dsp:sp>
    <dsp:sp modelId="{5FABAC9A-5419-4ED5-BD56-35047B22C81C}">
      <dsp:nvSpPr>
        <dsp:cNvPr id="0" name=""/>
        <dsp:cNvSpPr/>
      </dsp:nvSpPr>
      <dsp:spPr>
        <a:xfrm>
          <a:off x="2539999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2539999" y="2633743"/>
        <a:ext cx="150774" cy="151180"/>
      </dsp:txXfrm>
    </dsp:sp>
    <dsp:sp modelId="{D212EEAE-F6BD-4183-95F9-4A92906AD7D5}">
      <dsp:nvSpPr>
        <dsp:cNvPr id="0" name=""/>
        <dsp:cNvSpPr/>
      </dsp:nvSpPr>
      <dsp:spPr>
        <a:xfrm>
          <a:off x="28447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Router</a:t>
          </a:r>
          <a:endParaRPr lang="en-IN" sz="1400" kern="1200"/>
        </a:p>
      </dsp:txBody>
      <dsp:txXfrm>
        <a:off x="2862654" y="2422388"/>
        <a:ext cx="980290" cy="573890"/>
      </dsp:txXfrm>
    </dsp:sp>
    <dsp:sp modelId="{F20AA256-E49A-4E76-82A9-541703B1B887}">
      <dsp:nvSpPr>
        <dsp:cNvPr id="0" name=""/>
        <dsp:cNvSpPr/>
      </dsp:nvSpPr>
      <dsp:spPr>
        <a:xfrm>
          <a:off x="3962400" y="2583349"/>
          <a:ext cx="215391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3962400" y="2633743"/>
        <a:ext cx="150774" cy="151180"/>
      </dsp:txXfrm>
    </dsp:sp>
    <dsp:sp modelId="{4FD872F6-CC30-4017-9B1A-E61A582B7D61}">
      <dsp:nvSpPr>
        <dsp:cNvPr id="0" name=""/>
        <dsp:cNvSpPr/>
      </dsp:nvSpPr>
      <dsp:spPr>
        <a:xfrm>
          <a:off x="42671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Local AI</a:t>
          </a:r>
          <a:endParaRPr lang="en-IN" sz="1400" kern="1200"/>
        </a:p>
      </dsp:txBody>
      <dsp:txXfrm>
        <a:off x="4285054" y="2422388"/>
        <a:ext cx="980290" cy="573890"/>
      </dsp:txXfrm>
    </dsp:sp>
    <dsp:sp modelId="{805F5262-91F9-47EF-87C2-CD04BF194011}">
      <dsp:nvSpPr>
        <dsp:cNvPr id="0" name=""/>
        <dsp:cNvSpPr/>
      </dsp:nvSpPr>
      <dsp:spPr>
        <a:xfrm>
          <a:off x="5384799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384799" y="2633743"/>
        <a:ext cx="150774" cy="151180"/>
      </dsp:txXfrm>
    </dsp:sp>
    <dsp:sp modelId="{3944B5C1-EA56-419B-A8F7-3EB8D1F0EABA}">
      <dsp:nvSpPr>
        <dsp:cNvPr id="0" name=""/>
        <dsp:cNvSpPr/>
      </dsp:nvSpPr>
      <dsp:spPr>
        <a:xfrm>
          <a:off x="5689599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Verification</a:t>
          </a:r>
          <a:endParaRPr lang="en-IN" sz="1400" kern="1200"/>
        </a:p>
      </dsp:txBody>
      <dsp:txXfrm>
        <a:off x="5707454" y="2422388"/>
        <a:ext cx="980290" cy="573890"/>
      </dsp:txXfrm>
    </dsp:sp>
    <dsp:sp modelId="{11D70556-06CD-4122-860C-209E038B3E7F}">
      <dsp:nvSpPr>
        <dsp:cNvPr id="0" name=""/>
        <dsp:cNvSpPr/>
      </dsp:nvSpPr>
      <dsp:spPr>
        <a:xfrm>
          <a:off x="6807200" y="2583349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6807200" y="2633743"/>
        <a:ext cx="150774" cy="151180"/>
      </dsp:txXfrm>
    </dsp:sp>
    <dsp:sp modelId="{D3A003FE-5FAD-4ABE-A580-90B32D8F16CF}">
      <dsp:nvSpPr>
        <dsp:cNvPr id="0" name=""/>
        <dsp:cNvSpPr/>
      </dsp:nvSpPr>
      <dsp:spPr>
        <a:xfrm>
          <a:off x="7112000" y="2404533"/>
          <a:ext cx="1016000" cy="609600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Audit</a:t>
          </a:r>
          <a:endParaRPr lang="en-IN" sz="1400" kern="1200"/>
        </a:p>
      </dsp:txBody>
      <dsp:txXfrm>
        <a:off x="7129855" y="2422388"/>
        <a:ext cx="980290" cy="573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AAF2-C77F-423F-8AAD-E6896903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59DC372D-F51B-A11D-CA4E-B0F7E6404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15E8BA9E-A83A-48FE-B149-7ED4BB58AB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45410E52-15BD-4BBB-9BD6-9D0A14E3C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85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C52C6-CCE9-70A5-25CD-BE780C9C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E9862FE2-F32C-AEB1-D20A-161FE657F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16CA42B-5925-4BFE-2BFB-B10284A6C1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8A5D9E72-A39C-E96A-D641-68557C4BD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48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9AD7-77DE-95C5-2F02-96A75822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10D9D98-B938-E18B-ED2F-588B1D562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FFA7E18C-D42E-CC12-BAAB-7420D7ABC7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CCA002B-E54A-A071-3FF7-A380EA05F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052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vidia.com/en-in/technologies/enterprise-reference-architecture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cs.nvidia.com/enterprise-reference-architectures/enterprise-rag-deployment-guide/latest/deploy-enterprise-rag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nai.owasp.org/resource/owasp-genai-llm-top-10-2026/" TargetMode="External"/><Relationship Id="rId5" Type="http://schemas.openxmlformats.org/officeDocument/2006/relationships/hyperlink" Target="https://nvlpubs.nist.gov/nistpubs/ai/NIST.AI.600-1.pdf" TargetMode="External"/><Relationship Id="rId4" Type="http://schemas.openxmlformats.org/officeDocument/2006/relationships/hyperlink" Target="https://nvlpubs.nist.gov/nistpubs/ai/NIST.AI.100-1.pdf" TargetMode="External"/><Relationship Id="rId9" Type="http://schemas.openxmlformats.org/officeDocument/2006/relationships/hyperlink" Target="https://huggingface.co/transformers/v4.7.0/install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3F44-96CC-E97B-3C8E-A847747D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BF67170F-CD96-15A9-1C90-2ACBFAB4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55" y="-77305"/>
            <a:ext cx="10928627" cy="513522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/>
              <a:t>Sovereign On-Premise AI Workbench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2BA7-E1FD-F277-3838-C89EDF46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4DE336-C16A-56D5-7E37-D4A6AA067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086" y="1500"/>
            <a:ext cx="1868850" cy="8772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2532EB-0DBE-4DBC-2034-5911D3032BC9}"/>
              </a:ext>
            </a:extLst>
          </p:cNvPr>
          <p:cNvSpPr txBox="1"/>
          <p:nvPr/>
        </p:nvSpPr>
        <p:spPr>
          <a:xfrm>
            <a:off x="1468821" y="655568"/>
            <a:ext cx="8845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u="sng"/>
              <a:t>AI that can work on confidential organizational data without depending on external AI APIs.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79570E-D4EA-1B3C-945B-010C9EA3A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73314"/>
              </p:ext>
            </p:extLst>
          </p:nvPr>
        </p:nvGraphicFramePr>
        <p:xfrm>
          <a:off x="240075" y="1244251"/>
          <a:ext cx="8189232" cy="3598586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2614341">
                  <a:extLst>
                    <a:ext uri="{9D8B030D-6E8A-4147-A177-3AD203B41FA5}">
                      <a16:colId xmlns:a16="http://schemas.microsoft.com/office/drawing/2014/main" val="1204540557"/>
                    </a:ext>
                  </a:extLst>
                </a:gridCol>
                <a:gridCol w="3052169">
                  <a:extLst>
                    <a:ext uri="{9D8B030D-6E8A-4147-A177-3AD203B41FA5}">
                      <a16:colId xmlns:a16="http://schemas.microsoft.com/office/drawing/2014/main" val="3386010361"/>
                    </a:ext>
                  </a:extLst>
                </a:gridCol>
                <a:gridCol w="2522722">
                  <a:extLst>
                    <a:ext uri="{9D8B030D-6E8A-4147-A177-3AD203B41FA5}">
                      <a16:colId xmlns:a16="http://schemas.microsoft.com/office/drawing/2014/main" val="2651991749"/>
                    </a:ext>
                  </a:extLst>
                </a:gridCol>
              </a:tblGrid>
              <a:tr h="458777">
                <a:tc>
                  <a:txBody>
                    <a:bodyPr/>
                    <a:lstStyle/>
                    <a:p>
                      <a:r>
                        <a:rPr lang="en-IN"/>
                        <a:t>Problem / Requirement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Proposed mechanism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Expected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2743195"/>
                  </a:ext>
                </a:extLst>
              </a:tr>
              <a:tr h="891544">
                <a:tc>
                  <a:txBody>
                    <a:bodyPr/>
                    <a:lstStyle/>
                    <a:p>
                      <a:r>
                        <a:rPr lang="en-IN" sz="1600"/>
                        <a:t>Confidential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Local models + local storage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No external data exposure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596179"/>
                  </a:ext>
                </a:extLst>
              </a:tr>
              <a:tr h="891544">
                <a:tc>
                  <a:txBody>
                    <a:bodyPr/>
                    <a:lstStyle/>
                    <a:p>
                      <a:r>
                        <a:rPr lang="en-IN" sz="1600"/>
                        <a:t>Different task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Capability-based routing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Right model/tool for each task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983830"/>
                  </a:ext>
                </a:extLst>
              </a:tr>
              <a:tr h="674864">
                <a:tc>
                  <a:txBody>
                    <a:bodyPr/>
                    <a:lstStyle/>
                    <a:p>
                      <a:r>
                        <a:rPr lang="en-IN" sz="1600"/>
                        <a:t>Unsafe autonomy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Policy-controlled 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Right model/tool for each task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93513"/>
                  </a:ext>
                </a:extLst>
              </a:tr>
              <a:tr h="681857">
                <a:tc>
                  <a:txBody>
                    <a:bodyPr/>
                    <a:lstStyle/>
                    <a:p>
                      <a:r>
                        <a:rPr lang="en-US" sz="1600"/>
                        <a:t>AI actions may be unsafe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RAG + evidence verification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Grounded, auditable output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383014"/>
                  </a:ext>
                </a:extLst>
              </a:tr>
            </a:tbl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F7E3C25-88C9-7CDC-21D9-534B94D40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277800"/>
              </p:ext>
            </p:extLst>
          </p:nvPr>
        </p:nvGraphicFramePr>
        <p:xfrm>
          <a:off x="8711794" y="1604045"/>
          <a:ext cx="3204488" cy="4749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C5B9E8-A3C3-E8F0-4B75-FC6EB7E17027}"/>
              </a:ext>
            </a:extLst>
          </p:cNvPr>
          <p:cNvSpPr txBox="1"/>
          <p:nvPr/>
        </p:nvSpPr>
        <p:spPr>
          <a:xfrm>
            <a:off x="8557756" y="1024900"/>
            <a:ext cx="320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u="sng"/>
              <a:t>Core Innovation </a:t>
            </a:r>
            <a:endParaRPr lang="en-IN" sz="3200" u="sng">
              <a:latin typeface="+mj-lt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3ADB982-EF25-DDEB-D9ED-C1AC2A6EBB9B}"/>
              </a:ext>
            </a:extLst>
          </p:cNvPr>
          <p:cNvSpPr/>
          <p:nvPr/>
        </p:nvSpPr>
        <p:spPr>
          <a:xfrm>
            <a:off x="240075" y="4975122"/>
            <a:ext cx="6400233" cy="393291"/>
          </a:xfrm>
          <a:prstGeom prst="homePlate">
            <a:avLst/>
          </a:prstGeom>
          <a:solidFill>
            <a:srgbClr val="AB7346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Untrusted code → Sandboxed execution → Contained risk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7101083-078B-0386-F76D-3DA330AD0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016564"/>
              </p:ext>
            </p:extLst>
          </p:nvPr>
        </p:nvGraphicFramePr>
        <p:xfrm>
          <a:off x="171955" y="319826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DA0D628-518A-78DE-864C-799ABB217CF3}"/>
              </a:ext>
            </a:extLst>
          </p:cNvPr>
          <p:cNvSpPr/>
          <p:nvPr/>
        </p:nvSpPr>
        <p:spPr>
          <a:xfrm>
            <a:off x="0" y="1098131"/>
            <a:ext cx="12192000" cy="5759868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A0BBAAF6-A7A5-4196-5C61-30198CBC2A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3288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: Rounded Corners 17415">
            <a:extLst>
              <a:ext uri="{FF2B5EF4-FFF2-40B4-BE49-F238E27FC236}">
                <a16:creationId xmlns:a16="http://schemas.microsoft.com/office/drawing/2014/main" id="{6D691DA3-3719-DE06-320A-D53BD718469D}"/>
              </a:ext>
            </a:extLst>
          </p:cNvPr>
          <p:cNvSpPr/>
          <p:nvPr/>
        </p:nvSpPr>
        <p:spPr>
          <a:xfrm>
            <a:off x="6705600" y="5098474"/>
            <a:ext cx="4965290" cy="47852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5" name="Rectangle: Rounded Corners 17414">
            <a:extLst>
              <a:ext uri="{FF2B5EF4-FFF2-40B4-BE49-F238E27FC236}">
                <a16:creationId xmlns:a16="http://schemas.microsoft.com/office/drawing/2014/main" id="{D7F3809D-79EC-675D-B298-B674E12E3EE5}"/>
              </a:ext>
            </a:extLst>
          </p:cNvPr>
          <p:cNvSpPr/>
          <p:nvPr/>
        </p:nvSpPr>
        <p:spPr>
          <a:xfrm>
            <a:off x="6352655" y="1809939"/>
            <a:ext cx="5417574" cy="100585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E0C04A-91B2-97E4-74D3-1A681BCF2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747542"/>
              </p:ext>
            </p:extLst>
          </p:nvPr>
        </p:nvGraphicFramePr>
        <p:xfrm>
          <a:off x="454834" y="1178769"/>
          <a:ext cx="5402550" cy="4929955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1798737">
                  <a:extLst>
                    <a:ext uri="{9D8B030D-6E8A-4147-A177-3AD203B41FA5}">
                      <a16:colId xmlns:a16="http://schemas.microsoft.com/office/drawing/2014/main" val="223431458"/>
                    </a:ext>
                  </a:extLst>
                </a:gridCol>
                <a:gridCol w="3603813">
                  <a:extLst>
                    <a:ext uri="{9D8B030D-6E8A-4147-A177-3AD203B41FA5}">
                      <a16:colId xmlns:a16="http://schemas.microsoft.com/office/drawing/2014/main" val="3244387213"/>
                    </a:ext>
                  </a:extLst>
                </a:gridCol>
              </a:tblGrid>
              <a:tr h="69051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Core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Python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 err="1"/>
                        <a:t>FastAPI</a:t>
                      </a:r>
                      <a:endParaRPr lang="en-IN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49437191"/>
                  </a:ext>
                </a:extLst>
              </a:tr>
              <a:tr h="7793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rgbClr val="397751"/>
                          </a:solidFill>
                        </a:rPr>
                        <a:t>Local AI</a:t>
                      </a:r>
                      <a:endParaRPr lang="en-IN" b="0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err="1"/>
                        <a:t>Ollama</a:t>
                      </a:r>
                      <a:r>
                        <a:rPr lang="en-IN"/>
                        <a:t> / llama.cpp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Approved local models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6480552"/>
                  </a:ext>
                </a:extLst>
              </a:tr>
              <a:tr h="986453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397751"/>
                          </a:solidFill>
                        </a:rPr>
                        <a:t>Document Intelligence</a:t>
                      </a:r>
                      <a:endParaRPr lang="en-IN" b="0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err="1"/>
                        <a:t>PaddleOCR</a:t>
                      </a:r>
                      <a:r>
                        <a:rPr lang="en-IN"/>
                        <a:t> / Tesseract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err="1"/>
                        <a:t>PyMuPDF</a:t>
                      </a:r>
                      <a:r>
                        <a:rPr lang="en-IN"/>
                        <a:t>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python-docx / </a:t>
                      </a:r>
                      <a:r>
                        <a:rPr lang="en-IN" err="1"/>
                        <a:t>openpyxl</a:t>
                      </a:r>
                      <a:endParaRPr lang="en-IN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30229938"/>
                  </a:ext>
                </a:extLst>
              </a:tr>
              <a:tr h="98645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Knowledge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/>
                        <a:t>Embeddings 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/>
                        <a:t>FAISS/</a:t>
                      </a:r>
                      <a:r>
                        <a:rPr lang="en-IN" err="1"/>
                        <a:t>Qdrant</a:t>
                      </a:r>
                      <a:endParaRPr lang="en-IN"/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IN"/>
                        <a:t>local RAG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28138684"/>
                  </a:ext>
                </a:extLst>
              </a:tr>
              <a:tr h="74357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Agent &amp; Tools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State machine / </a:t>
                      </a:r>
                      <a:r>
                        <a:rPr lang="en-IN" err="1"/>
                        <a:t>LangGraph</a:t>
                      </a:r>
                      <a:r>
                        <a:rPr lang="en-IN"/>
                        <a:t>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/>
                        <a:t>Approved local tools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23252097"/>
                  </a:ext>
                </a:extLst>
              </a:tr>
              <a:tr h="74357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397751"/>
                          </a:solidFill>
                        </a:rPr>
                        <a:t>Execution</a:t>
                      </a:r>
                      <a:endParaRPr lang="en-IN">
                        <a:solidFill>
                          <a:srgbClr val="3977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Restricted container 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Resource/network limits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74890163"/>
                  </a:ext>
                </a:extLst>
              </a:tr>
            </a:tbl>
          </a:graphicData>
        </a:graphic>
      </p:graphicFrame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54570" y="-85513"/>
            <a:ext cx="10972800" cy="696686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/>
                <a:ea typeface="ＭＳ Ｐゴシック"/>
                <a:cs typeface="Times New Roman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714" y="-42042"/>
            <a:ext cx="1738222" cy="82285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CE599F-A2A2-9DD6-4E4C-FFE049E8FF96}"/>
              </a:ext>
            </a:extLst>
          </p:cNvPr>
          <p:cNvSpPr/>
          <p:nvPr/>
        </p:nvSpPr>
        <p:spPr>
          <a:xfrm>
            <a:off x="8297707" y="584762"/>
            <a:ext cx="1561379" cy="255461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User Request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FCC6E7-4691-9D0F-4CDF-453D80E7166E}"/>
              </a:ext>
            </a:extLst>
          </p:cNvPr>
          <p:cNvSpPr/>
          <p:nvPr/>
        </p:nvSpPr>
        <p:spPr>
          <a:xfrm>
            <a:off x="8169450" y="1082438"/>
            <a:ext cx="1783987" cy="1926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Access + Validation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27653D-4F7B-E696-A5A5-8859989C5F6C}"/>
              </a:ext>
            </a:extLst>
          </p:cNvPr>
          <p:cNvSpPr/>
          <p:nvPr/>
        </p:nvSpPr>
        <p:spPr>
          <a:xfrm>
            <a:off x="8169450" y="1487018"/>
            <a:ext cx="1783987" cy="22319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Task Classification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D6C7BA-2F2F-954A-F308-62ED4823727E}"/>
              </a:ext>
            </a:extLst>
          </p:cNvPr>
          <p:cNvSpPr/>
          <p:nvPr/>
        </p:nvSpPr>
        <p:spPr>
          <a:xfrm>
            <a:off x="7945037" y="1913355"/>
            <a:ext cx="2305386" cy="2231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Capability-Based Router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781B909-63FC-ACE0-5AD6-0494D5FE5498}"/>
              </a:ext>
            </a:extLst>
          </p:cNvPr>
          <p:cNvSpPr/>
          <p:nvPr/>
        </p:nvSpPr>
        <p:spPr>
          <a:xfrm>
            <a:off x="8162147" y="3694376"/>
            <a:ext cx="1865975" cy="223199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Bounded Agent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D9DA202-CD96-2EB5-6654-E5A13A133BCB}"/>
              </a:ext>
            </a:extLst>
          </p:cNvPr>
          <p:cNvSpPr/>
          <p:nvPr/>
        </p:nvSpPr>
        <p:spPr>
          <a:xfrm>
            <a:off x="8012430" y="4290957"/>
            <a:ext cx="2170597" cy="15406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Approved Local Tools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0C77E8-199A-3AD0-9308-E29C928FA5F8}"/>
              </a:ext>
            </a:extLst>
          </p:cNvPr>
          <p:cNvSpPr/>
          <p:nvPr/>
        </p:nvSpPr>
        <p:spPr>
          <a:xfrm>
            <a:off x="8473441" y="4812255"/>
            <a:ext cx="1243385" cy="20359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Verification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956E90-C9D7-CB1D-0CE3-B36973AB6A09}"/>
              </a:ext>
            </a:extLst>
          </p:cNvPr>
          <p:cNvSpPr/>
          <p:nvPr/>
        </p:nvSpPr>
        <p:spPr>
          <a:xfrm>
            <a:off x="9897241" y="5219589"/>
            <a:ext cx="1619383" cy="24221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Human Approval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42FAB1-395E-B966-50FF-8FF8EEA15BAC}"/>
              </a:ext>
            </a:extLst>
          </p:cNvPr>
          <p:cNvSpPr/>
          <p:nvPr/>
        </p:nvSpPr>
        <p:spPr>
          <a:xfrm>
            <a:off x="8313845" y="5628955"/>
            <a:ext cx="1422617" cy="32219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Final Output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4FD3ED0D-22E2-8D13-489C-44265DEE3F48}"/>
              </a:ext>
            </a:extLst>
          </p:cNvPr>
          <p:cNvSpPr/>
          <p:nvPr/>
        </p:nvSpPr>
        <p:spPr>
          <a:xfrm>
            <a:off x="9025157" y="867523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0DECA54-8C5A-8784-9716-04C2F23C1E6D}"/>
              </a:ext>
            </a:extLst>
          </p:cNvPr>
          <p:cNvSpPr/>
          <p:nvPr/>
        </p:nvSpPr>
        <p:spPr>
          <a:xfrm>
            <a:off x="6539578" y="2351482"/>
            <a:ext cx="1420833" cy="20359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Local LLM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378F881-B26A-5613-113B-65593FAF043E}"/>
              </a:ext>
            </a:extLst>
          </p:cNvPr>
          <p:cNvSpPr/>
          <p:nvPr/>
        </p:nvSpPr>
        <p:spPr>
          <a:xfrm>
            <a:off x="8232265" y="2348471"/>
            <a:ext cx="1730930" cy="234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OCR / Vision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32D26E5-8CAC-ECBC-DD49-1FA1B8FFB6ED}"/>
              </a:ext>
            </a:extLst>
          </p:cNvPr>
          <p:cNvSpPr/>
          <p:nvPr/>
        </p:nvSpPr>
        <p:spPr>
          <a:xfrm>
            <a:off x="10075982" y="2351482"/>
            <a:ext cx="1519939" cy="22319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Local RAG</a:t>
            </a:r>
          </a:p>
        </p:txBody>
      </p:sp>
      <p:sp>
        <p:nvSpPr>
          <p:cNvPr id="54" name="Arrow: Bent-Up 53">
            <a:extLst>
              <a:ext uri="{FF2B5EF4-FFF2-40B4-BE49-F238E27FC236}">
                <a16:creationId xmlns:a16="http://schemas.microsoft.com/office/drawing/2014/main" id="{D109CBBC-8D8C-0C06-E1B7-E581A74AB50C}"/>
              </a:ext>
            </a:extLst>
          </p:cNvPr>
          <p:cNvSpPr/>
          <p:nvPr/>
        </p:nvSpPr>
        <p:spPr>
          <a:xfrm flipV="1">
            <a:off x="10259950" y="1977202"/>
            <a:ext cx="906912" cy="365127"/>
          </a:xfrm>
          <a:prstGeom prst="bentUpArrow">
            <a:avLst>
              <a:gd name="adj1" fmla="val 10732"/>
              <a:gd name="adj2" fmla="val 25000"/>
              <a:gd name="adj3" fmla="val 41646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56" name="Arrow: Bent-Up 55">
            <a:extLst>
              <a:ext uri="{FF2B5EF4-FFF2-40B4-BE49-F238E27FC236}">
                <a16:creationId xmlns:a16="http://schemas.microsoft.com/office/drawing/2014/main" id="{F482FDF3-0BC6-1C97-D424-E68406930D8F}"/>
              </a:ext>
            </a:extLst>
          </p:cNvPr>
          <p:cNvSpPr/>
          <p:nvPr/>
        </p:nvSpPr>
        <p:spPr>
          <a:xfrm flipH="1" flipV="1">
            <a:off x="6966785" y="1970254"/>
            <a:ext cx="993626" cy="365127"/>
          </a:xfrm>
          <a:prstGeom prst="bentUpArrow">
            <a:avLst>
              <a:gd name="adj1" fmla="val 10982"/>
              <a:gd name="adj2" fmla="val 25000"/>
              <a:gd name="adj3" fmla="val 4385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7166CD-3A78-648D-0BE1-2CF7E5134051}"/>
              </a:ext>
            </a:extLst>
          </p:cNvPr>
          <p:cNvSpPr/>
          <p:nvPr/>
        </p:nvSpPr>
        <p:spPr>
          <a:xfrm>
            <a:off x="6857621" y="5260187"/>
            <a:ext cx="1211954" cy="20161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Auto-Pass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B19BAD-BFE8-8AAF-FE63-2247F2F9FA21}"/>
              </a:ext>
            </a:extLst>
          </p:cNvPr>
          <p:cNvSpPr/>
          <p:nvPr/>
        </p:nvSpPr>
        <p:spPr>
          <a:xfrm>
            <a:off x="8297707" y="3082924"/>
            <a:ext cx="1600045" cy="223199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Policy / Control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B3A7CD-A007-D00F-78A0-1BDA58735D89}"/>
              </a:ext>
            </a:extLst>
          </p:cNvPr>
          <p:cNvSpPr/>
          <p:nvPr/>
        </p:nvSpPr>
        <p:spPr>
          <a:xfrm>
            <a:off x="8313844" y="6370688"/>
            <a:ext cx="1422617" cy="32219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Audit Log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FD481B3-6601-6156-81A1-19F00050D9A0}"/>
              </a:ext>
            </a:extLst>
          </p:cNvPr>
          <p:cNvSpPr/>
          <p:nvPr/>
        </p:nvSpPr>
        <p:spPr>
          <a:xfrm>
            <a:off x="9025157" y="1294355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924842E-A087-4C7F-47D8-2C254575FB2C}"/>
              </a:ext>
            </a:extLst>
          </p:cNvPr>
          <p:cNvSpPr/>
          <p:nvPr/>
        </p:nvSpPr>
        <p:spPr>
          <a:xfrm>
            <a:off x="9025155" y="1703691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88272C9-CC8F-5FC4-9CDF-FB6AD997DBD2}"/>
              </a:ext>
            </a:extLst>
          </p:cNvPr>
          <p:cNvSpPr/>
          <p:nvPr/>
        </p:nvSpPr>
        <p:spPr>
          <a:xfrm>
            <a:off x="9025155" y="2151907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00F2984-8EAD-103B-0864-AD8B47E4E7E1}"/>
              </a:ext>
            </a:extLst>
          </p:cNvPr>
          <p:cNvSpPr/>
          <p:nvPr/>
        </p:nvSpPr>
        <p:spPr>
          <a:xfrm>
            <a:off x="9025155" y="2611644"/>
            <a:ext cx="72575" cy="436920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B4B069-6A12-D69D-87BF-643A0997ECA0}"/>
              </a:ext>
            </a:extLst>
          </p:cNvPr>
          <p:cNvCxnSpPr>
            <a:stCxn id="47" idx="4"/>
            <a:endCxn id="7" idx="1"/>
          </p:cNvCxnSpPr>
          <p:nvPr/>
        </p:nvCxnSpPr>
        <p:spPr>
          <a:xfrm>
            <a:off x="7249995" y="2555080"/>
            <a:ext cx="1047712" cy="639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6ECFA0-D301-D73F-FE86-47F13231EF9A}"/>
              </a:ext>
            </a:extLst>
          </p:cNvPr>
          <p:cNvCxnSpPr>
            <a:stCxn id="51" idx="4"/>
            <a:endCxn id="7" idx="3"/>
          </p:cNvCxnSpPr>
          <p:nvPr/>
        </p:nvCxnSpPr>
        <p:spPr>
          <a:xfrm flipH="1">
            <a:off x="9897752" y="2574681"/>
            <a:ext cx="938200" cy="619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FA5DD5-1627-41EF-D236-C961E3888A3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9095135" y="3306123"/>
            <a:ext cx="2595" cy="3882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CD6127-7BD6-C2BB-EC45-DBC4316DBC4A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9095135" y="3917575"/>
            <a:ext cx="2594" cy="373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367FA79-DC80-9C62-32CC-57A72ED2F474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9095134" y="4445017"/>
            <a:ext cx="2595" cy="3672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6483DA4-418C-5B69-9B1E-565731C009F3}"/>
              </a:ext>
            </a:extLst>
          </p:cNvPr>
          <p:cNvCxnSpPr>
            <a:cxnSpLocks/>
          </p:cNvCxnSpPr>
          <p:nvPr/>
        </p:nvCxnSpPr>
        <p:spPr>
          <a:xfrm flipH="1">
            <a:off x="7463598" y="4925408"/>
            <a:ext cx="1009843" cy="346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BB2D74-63B0-CD10-D4FF-5C7C6C6ABD23}"/>
              </a:ext>
            </a:extLst>
          </p:cNvPr>
          <p:cNvCxnSpPr>
            <a:stCxn id="23" idx="3"/>
            <a:endCxn id="24" idx="0"/>
          </p:cNvCxnSpPr>
          <p:nvPr/>
        </p:nvCxnSpPr>
        <p:spPr>
          <a:xfrm>
            <a:off x="9716826" y="4914054"/>
            <a:ext cx="990107" cy="3055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82C6198-A3C3-F80F-CCBF-143CF7EC2F18}"/>
              </a:ext>
            </a:extLst>
          </p:cNvPr>
          <p:cNvCxnSpPr>
            <a:stCxn id="4" idx="2"/>
            <a:endCxn id="25" idx="1"/>
          </p:cNvCxnSpPr>
          <p:nvPr/>
        </p:nvCxnSpPr>
        <p:spPr>
          <a:xfrm>
            <a:off x="7463598" y="5461804"/>
            <a:ext cx="850247" cy="328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10" name="Straight Arrow Connector 17409">
            <a:extLst>
              <a:ext uri="{FF2B5EF4-FFF2-40B4-BE49-F238E27FC236}">
                <a16:creationId xmlns:a16="http://schemas.microsoft.com/office/drawing/2014/main" id="{DFAA8EA5-DB3E-C9B9-A724-0537158E432D}"/>
              </a:ext>
            </a:extLst>
          </p:cNvPr>
          <p:cNvCxnSpPr>
            <a:stCxn id="24" idx="2"/>
            <a:endCxn id="25" idx="3"/>
          </p:cNvCxnSpPr>
          <p:nvPr/>
        </p:nvCxnSpPr>
        <p:spPr>
          <a:xfrm flipH="1">
            <a:off x="9736462" y="5461804"/>
            <a:ext cx="970471" cy="328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12" name="Straight Arrow Connector 17411">
            <a:extLst>
              <a:ext uri="{FF2B5EF4-FFF2-40B4-BE49-F238E27FC236}">
                <a16:creationId xmlns:a16="http://schemas.microsoft.com/office/drawing/2014/main" id="{825962EE-D003-53BC-927C-BA25BEE71D84}"/>
              </a:ext>
            </a:extLst>
          </p:cNvPr>
          <p:cNvCxnSpPr>
            <a:stCxn id="25" idx="2"/>
            <a:endCxn id="9" idx="0"/>
          </p:cNvCxnSpPr>
          <p:nvPr/>
        </p:nvCxnSpPr>
        <p:spPr>
          <a:xfrm flipH="1">
            <a:off x="9025153" y="5951149"/>
            <a:ext cx="1" cy="4195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E008083-4BE9-39FE-A1A3-A3000198C1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AC156-8870-7F9C-21DB-28A735B1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: Rounded Corners 17415">
            <a:extLst>
              <a:ext uri="{FF2B5EF4-FFF2-40B4-BE49-F238E27FC236}">
                <a16:creationId xmlns:a16="http://schemas.microsoft.com/office/drawing/2014/main" id="{D2839D79-FD1E-FD1C-28A5-424E3ED32F2D}"/>
              </a:ext>
            </a:extLst>
          </p:cNvPr>
          <p:cNvSpPr/>
          <p:nvPr/>
        </p:nvSpPr>
        <p:spPr>
          <a:xfrm>
            <a:off x="6705600" y="5098474"/>
            <a:ext cx="4965290" cy="47852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5" name="Rectangle: Rounded Corners 17414">
            <a:extLst>
              <a:ext uri="{FF2B5EF4-FFF2-40B4-BE49-F238E27FC236}">
                <a16:creationId xmlns:a16="http://schemas.microsoft.com/office/drawing/2014/main" id="{88C5D33F-84ED-90F5-A203-01285555B896}"/>
              </a:ext>
            </a:extLst>
          </p:cNvPr>
          <p:cNvSpPr/>
          <p:nvPr/>
        </p:nvSpPr>
        <p:spPr>
          <a:xfrm>
            <a:off x="6352655" y="1809939"/>
            <a:ext cx="5417574" cy="100585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E3C2ED9E-B92B-F125-6AA4-B2E49266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70" y="-85513"/>
            <a:ext cx="10972800" cy="696686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/>
                <a:ea typeface="ＭＳ Ｐゴシック"/>
                <a:cs typeface="Times New Roman"/>
              </a:rPr>
              <a:t>TECHNICAL APPROACH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5F6086-FB70-953C-1659-9F2074A7A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714" y="-42042"/>
            <a:ext cx="1738222" cy="82285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3705D8-F4B3-6625-F298-1A68E3E1F7A5}"/>
              </a:ext>
            </a:extLst>
          </p:cNvPr>
          <p:cNvSpPr/>
          <p:nvPr/>
        </p:nvSpPr>
        <p:spPr>
          <a:xfrm>
            <a:off x="8297707" y="584762"/>
            <a:ext cx="1561379" cy="255461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User Request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4A429A-C3E3-5D67-1B27-48179A75B81B}"/>
              </a:ext>
            </a:extLst>
          </p:cNvPr>
          <p:cNvSpPr/>
          <p:nvPr/>
        </p:nvSpPr>
        <p:spPr>
          <a:xfrm>
            <a:off x="8169450" y="1082438"/>
            <a:ext cx="1783987" cy="1926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Access + Validation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5C604B-857C-A533-C049-03D0A77AFD85}"/>
              </a:ext>
            </a:extLst>
          </p:cNvPr>
          <p:cNvSpPr/>
          <p:nvPr/>
        </p:nvSpPr>
        <p:spPr>
          <a:xfrm>
            <a:off x="8169450" y="1487018"/>
            <a:ext cx="1783987" cy="22319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Task Classification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AD602D-6795-6C9D-1A16-DF6F53242A4A}"/>
              </a:ext>
            </a:extLst>
          </p:cNvPr>
          <p:cNvSpPr/>
          <p:nvPr/>
        </p:nvSpPr>
        <p:spPr>
          <a:xfrm>
            <a:off x="7945037" y="1913355"/>
            <a:ext cx="2305386" cy="2231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Capability-Based Router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5CF8D6-471F-085F-7B0D-6675D398321C}"/>
              </a:ext>
            </a:extLst>
          </p:cNvPr>
          <p:cNvSpPr/>
          <p:nvPr/>
        </p:nvSpPr>
        <p:spPr>
          <a:xfrm>
            <a:off x="8162147" y="3694376"/>
            <a:ext cx="1865975" cy="223199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Bounded Agent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2CB5F4-62F0-EA4B-EA32-1B5E9419E9AB}"/>
              </a:ext>
            </a:extLst>
          </p:cNvPr>
          <p:cNvSpPr/>
          <p:nvPr/>
        </p:nvSpPr>
        <p:spPr>
          <a:xfrm>
            <a:off x="8012430" y="4290957"/>
            <a:ext cx="2170597" cy="15406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Approved Local Tools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B612AE-6646-5CF9-A6A5-47C7E1DC79DE}"/>
              </a:ext>
            </a:extLst>
          </p:cNvPr>
          <p:cNvSpPr/>
          <p:nvPr/>
        </p:nvSpPr>
        <p:spPr>
          <a:xfrm>
            <a:off x="8473441" y="4812255"/>
            <a:ext cx="1243385" cy="20359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Verification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6C826B-2D5D-9364-25C9-F8023BDEDB1C}"/>
              </a:ext>
            </a:extLst>
          </p:cNvPr>
          <p:cNvSpPr/>
          <p:nvPr/>
        </p:nvSpPr>
        <p:spPr>
          <a:xfrm>
            <a:off x="9897241" y="5219589"/>
            <a:ext cx="1619383" cy="24221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Human Approval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35AC663-427C-06D8-D7F7-CAEA720414FF}"/>
              </a:ext>
            </a:extLst>
          </p:cNvPr>
          <p:cNvSpPr/>
          <p:nvPr/>
        </p:nvSpPr>
        <p:spPr>
          <a:xfrm>
            <a:off x="8313845" y="5628955"/>
            <a:ext cx="1422617" cy="322194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Final Output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898D2520-AB26-CFAA-A76B-8C2D5354BCB0}"/>
              </a:ext>
            </a:extLst>
          </p:cNvPr>
          <p:cNvSpPr/>
          <p:nvPr/>
        </p:nvSpPr>
        <p:spPr>
          <a:xfrm>
            <a:off x="9025157" y="867523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3FAFE0A-6E05-30E2-D721-EC2E3C7D8058}"/>
              </a:ext>
            </a:extLst>
          </p:cNvPr>
          <p:cNvSpPr/>
          <p:nvPr/>
        </p:nvSpPr>
        <p:spPr>
          <a:xfrm>
            <a:off x="6539578" y="2351482"/>
            <a:ext cx="1420833" cy="20359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Local LLM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0E172C2-C7DB-815B-2A87-8C2508C8A121}"/>
              </a:ext>
            </a:extLst>
          </p:cNvPr>
          <p:cNvSpPr/>
          <p:nvPr/>
        </p:nvSpPr>
        <p:spPr>
          <a:xfrm>
            <a:off x="8232265" y="2348471"/>
            <a:ext cx="1730930" cy="234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OCR / Vision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756CF43-F0C5-0723-53DF-5F645A9FF5C6}"/>
              </a:ext>
            </a:extLst>
          </p:cNvPr>
          <p:cNvSpPr/>
          <p:nvPr/>
        </p:nvSpPr>
        <p:spPr>
          <a:xfrm>
            <a:off x="10075982" y="2351482"/>
            <a:ext cx="1519939" cy="22319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Local RAG</a:t>
            </a:r>
          </a:p>
        </p:txBody>
      </p:sp>
      <p:sp>
        <p:nvSpPr>
          <p:cNvPr id="54" name="Arrow: Bent-Up 53">
            <a:extLst>
              <a:ext uri="{FF2B5EF4-FFF2-40B4-BE49-F238E27FC236}">
                <a16:creationId xmlns:a16="http://schemas.microsoft.com/office/drawing/2014/main" id="{03FB7FAB-45C6-E007-9DF7-EDDAC7293CD2}"/>
              </a:ext>
            </a:extLst>
          </p:cNvPr>
          <p:cNvSpPr/>
          <p:nvPr/>
        </p:nvSpPr>
        <p:spPr>
          <a:xfrm flipV="1">
            <a:off x="10259950" y="1977202"/>
            <a:ext cx="906912" cy="365127"/>
          </a:xfrm>
          <a:prstGeom prst="bentUpArrow">
            <a:avLst>
              <a:gd name="adj1" fmla="val 10732"/>
              <a:gd name="adj2" fmla="val 25000"/>
              <a:gd name="adj3" fmla="val 41646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56" name="Arrow: Bent-Up 55">
            <a:extLst>
              <a:ext uri="{FF2B5EF4-FFF2-40B4-BE49-F238E27FC236}">
                <a16:creationId xmlns:a16="http://schemas.microsoft.com/office/drawing/2014/main" id="{F7DFFA2B-1063-43C5-A3F2-2B2687714DEB}"/>
              </a:ext>
            </a:extLst>
          </p:cNvPr>
          <p:cNvSpPr/>
          <p:nvPr/>
        </p:nvSpPr>
        <p:spPr>
          <a:xfrm flipH="1" flipV="1">
            <a:off x="6966785" y="1970254"/>
            <a:ext cx="993626" cy="365127"/>
          </a:xfrm>
          <a:prstGeom prst="bentUpArrow">
            <a:avLst>
              <a:gd name="adj1" fmla="val 10982"/>
              <a:gd name="adj2" fmla="val 25000"/>
              <a:gd name="adj3" fmla="val 4385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3020B0-31D4-9607-260F-36A2B0DB7468}"/>
              </a:ext>
            </a:extLst>
          </p:cNvPr>
          <p:cNvSpPr/>
          <p:nvPr/>
        </p:nvSpPr>
        <p:spPr>
          <a:xfrm>
            <a:off x="6857621" y="5260187"/>
            <a:ext cx="1211954" cy="20161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Auto-Pass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7DEFB6-AA7D-488C-0169-2CA1DF48EB25}"/>
              </a:ext>
            </a:extLst>
          </p:cNvPr>
          <p:cNvSpPr/>
          <p:nvPr/>
        </p:nvSpPr>
        <p:spPr>
          <a:xfrm>
            <a:off x="8297707" y="3082924"/>
            <a:ext cx="1600045" cy="223199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Policy / Control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3673A6-1B1A-4119-C693-95A6BF31E51A}"/>
              </a:ext>
            </a:extLst>
          </p:cNvPr>
          <p:cNvSpPr/>
          <p:nvPr/>
        </p:nvSpPr>
        <p:spPr>
          <a:xfrm>
            <a:off x="8313844" y="6370688"/>
            <a:ext cx="1422617" cy="322194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/>
              <a:t>Audit Log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CB8A600-6254-73A5-35C8-A91DEFFBAE0F}"/>
              </a:ext>
            </a:extLst>
          </p:cNvPr>
          <p:cNvSpPr/>
          <p:nvPr/>
        </p:nvSpPr>
        <p:spPr>
          <a:xfrm>
            <a:off x="9025157" y="1294355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B5F63B4-A6D8-850D-32E8-0C0DCDA207F5}"/>
              </a:ext>
            </a:extLst>
          </p:cNvPr>
          <p:cNvSpPr/>
          <p:nvPr/>
        </p:nvSpPr>
        <p:spPr>
          <a:xfrm>
            <a:off x="9025155" y="1703691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626FCA95-1933-070E-5440-817186AECE67}"/>
              </a:ext>
            </a:extLst>
          </p:cNvPr>
          <p:cNvSpPr/>
          <p:nvPr/>
        </p:nvSpPr>
        <p:spPr>
          <a:xfrm>
            <a:off x="9025155" y="2151907"/>
            <a:ext cx="72575" cy="192663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0CB1689-31E2-0387-3572-2BA74C07DD92}"/>
              </a:ext>
            </a:extLst>
          </p:cNvPr>
          <p:cNvSpPr/>
          <p:nvPr/>
        </p:nvSpPr>
        <p:spPr>
          <a:xfrm>
            <a:off x="9025155" y="2611644"/>
            <a:ext cx="72575" cy="436920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FF7763-4160-3590-1982-7584EA9D5C65}"/>
              </a:ext>
            </a:extLst>
          </p:cNvPr>
          <p:cNvCxnSpPr>
            <a:stCxn id="47" idx="4"/>
            <a:endCxn id="7" idx="1"/>
          </p:cNvCxnSpPr>
          <p:nvPr/>
        </p:nvCxnSpPr>
        <p:spPr>
          <a:xfrm>
            <a:off x="7249995" y="2555080"/>
            <a:ext cx="1047712" cy="639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9EF084-B8F8-0058-A0D8-278C39197C5B}"/>
              </a:ext>
            </a:extLst>
          </p:cNvPr>
          <p:cNvCxnSpPr>
            <a:stCxn id="51" idx="4"/>
            <a:endCxn id="7" idx="3"/>
          </p:cNvCxnSpPr>
          <p:nvPr/>
        </p:nvCxnSpPr>
        <p:spPr>
          <a:xfrm flipH="1">
            <a:off x="9897752" y="2574681"/>
            <a:ext cx="938200" cy="619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29A7B46-8C81-9E96-61FA-5032B4045CED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9095135" y="3306123"/>
            <a:ext cx="2595" cy="3882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7CB1F58-53C6-5D18-F3C8-73708AA174A3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9095135" y="3917575"/>
            <a:ext cx="2594" cy="373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E05E2CD-6F51-432E-061D-803E38BAAC00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9095134" y="4445017"/>
            <a:ext cx="2595" cy="3672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92D558F-12E0-4D76-B95E-F60C2CE1C95C}"/>
              </a:ext>
            </a:extLst>
          </p:cNvPr>
          <p:cNvCxnSpPr>
            <a:cxnSpLocks/>
          </p:cNvCxnSpPr>
          <p:nvPr/>
        </p:nvCxnSpPr>
        <p:spPr>
          <a:xfrm flipH="1">
            <a:off x="7463598" y="4925408"/>
            <a:ext cx="1009843" cy="346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6B057C4-4349-70FD-453A-BF3E07B4E22B}"/>
              </a:ext>
            </a:extLst>
          </p:cNvPr>
          <p:cNvCxnSpPr>
            <a:stCxn id="23" idx="3"/>
            <a:endCxn id="24" idx="0"/>
          </p:cNvCxnSpPr>
          <p:nvPr/>
        </p:nvCxnSpPr>
        <p:spPr>
          <a:xfrm>
            <a:off x="9716826" y="4914054"/>
            <a:ext cx="990107" cy="3055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0F3053-2CB9-95A5-0465-C274D69B5FE6}"/>
              </a:ext>
            </a:extLst>
          </p:cNvPr>
          <p:cNvCxnSpPr>
            <a:stCxn id="4" idx="2"/>
            <a:endCxn id="25" idx="1"/>
          </p:cNvCxnSpPr>
          <p:nvPr/>
        </p:nvCxnSpPr>
        <p:spPr>
          <a:xfrm>
            <a:off x="7463598" y="5461804"/>
            <a:ext cx="850247" cy="328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10" name="Straight Arrow Connector 17409">
            <a:extLst>
              <a:ext uri="{FF2B5EF4-FFF2-40B4-BE49-F238E27FC236}">
                <a16:creationId xmlns:a16="http://schemas.microsoft.com/office/drawing/2014/main" id="{D62308E0-C467-D0ED-B450-CDF4FA7D4447}"/>
              </a:ext>
            </a:extLst>
          </p:cNvPr>
          <p:cNvCxnSpPr>
            <a:stCxn id="24" idx="2"/>
            <a:endCxn id="25" idx="3"/>
          </p:cNvCxnSpPr>
          <p:nvPr/>
        </p:nvCxnSpPr>
        <p:spPr>
          <a:xfrm flipH="1">
            <a:off x="9736462" y="5461804"/>
            <a:ext cx="970471" cy="328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12" name="Straight Arrow Connector 17411">
            <a:extLst>
              <a:ext uri="{FF2B5EF4-FFF2-40B4-BE49-F238E27FC236}">
                <a16:creationId xmlns:a16="http://schemas.microsoft.com/office/drawing/2014/main" id="{F6A101A8-E04F-A20C-C78E-7836E05A392C}"/>
              </a:ext>
            </a:extLst>
          </p:cNvPr>
          <p:cNvCxnSpPr>
            <a:stCxn id="25" idx="2"/>
            <a:endCxn id="9" idx="0"/>
          </p:cNvCxnSpPr>
          <p:nvPr/>
        </p:nvCxnSpPr>
        <p:spPr>
          <a:xfrm flipH="1">
            <a:off x="9025153" y="5951149"/>
            <a:ext cx="1" cy="4195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D9D22EEB-A705-8F81-D474-2D46476BBA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8D447-1C2A-CBCD-B2DC-D23F637F2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833" y="1699425"/>
            <a:ext cx="1488733" cy="73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8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37560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078" y="1501"/>
            <a:ext cx="1251858" cy="591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E95D1D-8195-0D4E-4C3C-F61362933B2F}"/>
              </a:ext>
            </a:extLst>
          </p:cNvPr>
          <p:cNvSpPr txBox="1"/>
          <p:nvPr/>
        </p:nvSpPr>
        <p:spPr>
          <a:xfrm>
            <a:off x="2961309" y="406604"/>
            <a:ext cx="657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Focused MVP • Controlled deployment • Measurable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B127B-9576-DAAE-A184-0D2C31A72C17}"/>
              </a:ext>
            </a:extLst>
          </p:cNvPr>
          <p:cNvSpPr txBox="1"/>
          <p:nvPr/>
        </p:nvSpPr>
        <p:spPr>
          <a:xfrm>
            <a:off x="1096704" y="775936"/>
            <a:ext cx="355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4A6895-5864-CEE9-BA5F-9BDDF4FFD10C}"/>
              </a:ext>
            </a:extLst>
          </p:cNvPr>
          <p:cNvSpPr txBox="1"/>
          <p:nvPr/>
        </p:nvSpPr>
        <p:spPr>
          <a:xfrm>
            <a:off x="6600824" y="775936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MVP RESOURCE REQUIREMENTS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39F70D6-7403-5C9C-2797-41EAF7BF0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68524"/>
              </p:ext>
            </p:extLst>
          </p:nvPr>
        </p:nvGraphicFramePr>
        <p:xfrm>
          <a:off x="6600824" y="1145268"/>
          <a:ext cx="41402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68375">
                  <a:extLst>
                    <a:ext uri="{9D8B030D-6E8A-4147-A177-3AD203B41FA5}">
                      <a16:colId xmlns:a16="http://schemas.microsoft.com/office/drawing/2014/main" val="184570048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162899995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91621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Minimum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Recomended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819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16-32 </a:t>
                      </a:r>
                      <a:r>
                        <a:rPr lang="en-US" err="1"/>
                        <a:t>gb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32-64 </a:t>
                      </a:r>
                      <a:r>
                        <a:rPr lang="en-US" err="1"/>
                        <a:t>gb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53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GPU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optional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12-24 </a:t>
                      </a:r>
                      <a:r>
                        <a:rPr lang="en-US" err="1"/>
                        <a:t>gb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66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CPU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6-8 cores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Higher-end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669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SSD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SSD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Fast </a:t>
                      </a:r>
                      <a:r>
                        <a:rPr lang="en-US" err="1"/>
                        <a:t>NVMe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00368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11EFF1-F0B9-B6DE-A82C-EDDD724DF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9015"/>
              </p:ext>
            </p:extLst>
          </p:nvPr>
        </p:nvGraphicFramePr>
        <p:xfrm>
          <a:off x="268394" y="3858533"/>
          <a:ext cx="6372014" cy="25908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142914">
                  <a:extLst>
                    <a:ext uri="{9D8B030D-6E8A-4147-A177-3AD203B41FA5}">
                      <a16:colId xmlns:a16="http://schemas.microsoft.com/office/drawing/2014/main" val="1767181808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459400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Key Risks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Mitigation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63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Hallucination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RAG+Evidence+Verification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07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Prompt injection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Untrusted data +tool policies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192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Excessive agency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Allowlist+bounded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steps+Approval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362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Unsafe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No-network sandbox +resource limits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84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OCR errors 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Confidence checks +manual review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09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Hardware limits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Quantization + queueing +smaller models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11191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8FC73F8-080D-FB5B-AB3C-4C9E910AA540}"/>
              </a:ext>
            </a:extLst>
          </p:cNvPr>
          <p:cNvSpPr txBox="1"/>
          <p:nvPr/>
        </p:nvSpPr>
        <p:spPr>
          <a:xfrm>
            <a:off x="8106200" y="3541787"/>
            <a:ext cx="32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VIABILITY &amp; VALIDATION </a:t>
            </a: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ED11A9A-C98A-8367-6463-1A0D80E9A90A}"/>
              </a:ext>
            </a:extLst>
          </p:cNvPr>
          <p:cNvSpPr/>
          <p:nvPr/>
        </p:nvSpPr>
        <p:spPr>
          <a:xfrm>
            <a:off x="268393" y="1252313"/>
            <a:ext cx="5621129" cy="2283732"/>
          </a:xfrm>
          <a:prstGeom prst="snip2Diag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Mature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Local AI inference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OCR / Vision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Local RAG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Document processing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Container isolation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Modular integration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No external AI API required at runtime </a:t>
            </a: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2074994F-A353-168E-025A-B7E6F9DB6A35}"/>
              </a:ext>
            </a:extLst>
          </p:cNvPr>
          <p:cNvSpPr/>
          <p:nvPr/>
        </p:nvSpPr>
        <p:spPr>
          <a:xfrm>
            <a:off x="6990736" y="4037341"/>
            <a:ext cx="4847303" cy="2497820"/>
          </a:xfrm>
          <a:prstGeom prst="snip2Diag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BUILD VERTICALLY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One complete workflow first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USE A BASELINE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Compare against simpler processing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MEASURE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Routing • OCR • RAG •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Sandbox • Verification • </a:t>
            </a:r>
            <a:r>
              <a:rPr lang="en-IN" dirty="0" err="1"/>
              <a:t>Performanc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PROVE LOCAL OPERATION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Observe outbound connections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8ACD84-2898-E102-187E-1628EBF94BDB}"/>
              </a:ext>
            </a:extLst>
          </p:cNvPr>
          <p:cNvSpPr/>
          <p:nvPr/>
        </p:nvSpPr>
        <p:spPr>
          <a:xfrm>
            <a:off x="0" y="775936"/>
            <a:ext cx="12192000" cy="6082063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AB5BD33F-123E-98D0-1565-33A269CDF5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8393" y="145014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85208FA-4FA9-14B1-B9A9-5C2C9FBC59CE}"/>
              </a:ext>
            </a:extLst>
          </p:cNvPr>
          <p:cNvSpPr txBox="1"/>
          <p:nvPr/>
        </p:nvSpPr>
        <p:spPr>
          <a:xfrm>
            <a:off x="235974" y="10150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/>
              <a:t>Who Benefits?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D52546-4527-CE5C-06E8-79755550D49D}"/>
              </a:ext>
            </a:extLst>
          </p:cNvPr>
          <p:cNvSpPr txBox="1"/>
          <p:nvPr/>
        </p:nvSpPr>
        <p:spPr>
          <a:xfrm>
            <a:off x="1062596" y="6445658"/>
            <a:ext cx="100668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IN" b="1">
                <a:effectLst/>
              </a:rPr>
              <a:t>The goal is not to replace experts. It is to reduce repetitive work and help experts reach evidence faster.</a:t>
            </a:r>
            <a:endParaRPr lang="en-IN">
              <a:effectLst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C60396-4305-12EF-2438-1267A45FD084}"/>
              </a:ext>
            </a:extLst>
          </p:cNvPr>
          <p:cNvSpPr txBox="1"/>
          <p:nvPr/>
        </p:nvSpPr>
        <p:spPr>
          <a:xfrm>
            <a:off x="334297" y="321585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/>
              <a:t>Impacts :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225EFBF-C0FF-D62D-FB58-E8CB483CF1D5}"/>
              </a:ext>
            </a:extLst>
          </p:cNvPr>
          <p:cNvSpPr/>
          <p:nvPr/>
        </p:nvSpPr>
        <p:spPr>
          <a:xfrm>
            <a:off x="540774" y="1519399"/>
            <a:ext cx="3323302" cy="1592256"/>
          </a:xfrm>
          <a:prstGeom prst="round2Diag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Industrial</a:t>
            </a:r>
          </a:p>
          <a:p>
            <a:pPr algn="ctr"/>
            <a:br>
              <a:rPr lang="en-IN"/>
            </a:br>
            <a:r>
              <a:rPr lang="en-IN"/>
              <a:t>Refineries, manufacturing, engineering, inspection and operations teams.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F7137174-8589-D953-94EF-00BAF9139872}"/>
              </a:ext>
            </a:extLst>
          </p:cNvPr>
          <p:cNvSpPr/>
          <p:nvPr/>
        </p:nvSpPr>
        <p:spPr>
          <a:xfrm>
            <a:off x="4380270" y="1481085"/>
            <a:ext cx="3460954" cy="1626838"/>
          </a:xfrm>
          <a:prstGeom prst="round2Diag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 Government / PSU</a:t>
            </a:r>
          </a:p>
          <a:p>
            <a:pPr algn="ctr"/>
            <a:br>
              <a:rPr lang="en-IN"/>
            </a:br>
            <a:r>
              <a:rPr lang="en-IN"/>
              <a:t>Teams handling confidential reports, internal documents and administrative workflows.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CC67B34E-6A9F-A514-393D-22645864EDBC}"/>
              </a:ext>
            </a:extLst>
          </p:cNvPr>
          <p:cNvSpPr/>
          <p:nvPr/>
        </p:nvSpPr>
        <p:spPr>
          <a:xfrm>
            <a:off x="8357418" y="1455629"/>
            <a:ext cx="3460954" cy="1626838"/>
          </a:xfrm>
          <a:prstGeom prst="round2Diag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Other Organizations</a:t>
            </a:r>
          </a:p>
          <a:p>
            <a:pPr algn="ctr"/>
            <a:br>
              <a:rPr lang="en-IN"/>
            </a:br>
            <a:r>
              <a:rPr lang="en-IN"/>
              <a:t>Organizations requiring AI on sensitive internal data with controlled workflows.</a:t>
            </a:r>
          </a:p>
        </p:txBody>
      </p:sp>
      <p:pic>
        <p:nvPicPr>
          <p:cNvPr id="9" name="Graphic 8" descr="Books on shelf with solid fill">
            <a:extLst>
              <a:ext uri="{FF2B5EF4-FFF2-40B4-BE49-F238E27FC236}">
                <a16:creationId xmlns:a16="http://schemas.microsoft.com/office/drawing/2014/main" id="{46970F79-8240-31D5-CAA9-BB788C8CE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536" y="1519399"/>
            <a:ext cx="447367" cy="447367"/>
          </a:xfrm>
          <a:prstGeom prst="rect">
            <a:avLst/>
          </a:prstGeom>
        </p:spPr>
      </p:pic>
      <p:pic>
        <p:nvPicPr>
          <p:cNvPr id="14" name="Graphic 13" descr="Atom with solid fill">
            <a:extLst>
              <a:ext uri="{FF2B5EF4-FFF2-40B4-BE49-F238E27FC236}">
                <a16:creationId xmlns:a16="http://schemas.microsoft.com/office/drawing/2014/main" id="{E132AB74-09AA-75A5-90FE-62AAF98C2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149" y="1561927"/>
            <a:ext cx="437536" cy="437536"/>
          </a:xfrm>
          <a:prstGeom prst="rect">
            <a:avLst/>
          </a:prstGeom>
        </p:spPr>
      </p:pic>
      <p:pic>
        <p:nvPicPr>
          <p:cNvPr id="16" name="Graphic 15" descr="Arrow circle with solid fill">
            <a:extLst>
              <a:ext uri="{FF2B5EF4-FFF2-40B4-BE49-F238E27FC236}">
                <a16:creationId xmlns:a16="http://schemas.microsoft.com/office/drawing/2014/main" id="{569C08D6-7EEB-6011-635E-744A95BD0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3687" y="1519399"/>
            <a:ext cx="423466" cy="423466"/>
          </a:xfrm>
          <a:prstGeom prst="rect">
            <a:avLst/>
          </a:prstGeom>
        </p:spPr>
      </p:pic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0F6BC953-A753-757B-825C-7AFCF3341775}"/>
              </a:ext>
            </a:extLst>
          </p:cNvPr>
          <p:cNvSpPr/>
          <p:nvPr/>
        </p:nvSpPr>
        <p:spPr>
          <a:xfrm>
            <a:off x="334297" y="3603823"/>
            <a:ext cx="3368330" cy="1180498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Economic</a:t>
            </a:r>
            <a:br>
              <a:rPr lang="en-IN"/>
            </a:br>
            <a:r>
              <a:rPr lang="en-IN"/>
              <a:t>Less repetitive manual effort; faster information access.</a:t>
            </a:r>
          </a:p>
        </p:txBody>
      </p:sp>
      <p:sp>
        <p:nvSpPr>
          <p:cNvPr id="19" name="Rectangle: Diagonal Corners Snipped 18">
            <a:extLst>
              <a:ext uri="{FF2B5EF4-FFF2-40B4-BE49-F238E27FC236}">
                <a16:creationId xmlns:a16="http://schemas.microsoft.com/office/drawing/2014/main" id="{22364C4A-0EA7-7090-0687-53A81A4C2492}"/>
              </a:ext>
            </a:extLst>
          </p:cNvPr>
          <p:cNvSpPr/>
          <p:nvPr/>
        </p:nvSpPr>
        <p:spPr>
          <a:xfrm>
            <a:off x="4236198" y="3647571"/>
            <a:ext cx="3368330" cy="1147317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Operational</a:t>
            </a:r>
            <a:br>
              <a:rPr lang="en-IN"/>
            </a:br>
            <a:r>
              <a:rPr lang="en-IN"/>
              <a:t>More consistent workflows and traceable outputs.</a:t>
            </a:r>
          </a:p>
        </p:txBody>
      </p:sp>
      <p:sp>
        <p:nvSpPr>
          <p:cNvPr id="20" name="Rectangle: Diagonal Corners Snipped 19">
            <a:extLst>
              <a:ext uri="{FF2B5EF4-FFF2-40B4-BE49-F238E27FC236}">
                <a16:creationId xmlns:a16="http://schemas.microsoft.com/office/drawing/2014/main" id="{06FB0D29-41F7-1B80-26E6-0359072B932C}"/>
              </a:ext>
            </a:extLst>
          </p:cNvPr>
          <p:cNvSpPr/>
          <p:nvPr/>
        </p:nvSpPr>
        <p:spPr>
          <a:xfrm>
            <a:off x="8138099" y="3676304"/>
            <a:ext cx="3719604" cy="1168455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   Security / Privacy</a:t>
            </a:r>
            <a:br>
              <a:rPr lang="en-IN"/>
            </a:br>
            <a:r>
              <a:rPr lang="en-IN"/>
              <a:t>    Reduced dependence on external AI APIs for suitable workloads.</a:t>
            </a:r>
          </a:p>
        </p:txBody>
      </p:sp>
      <p:sp>
        <p:nvSpPr>
          <p:cNvPr id="21" name="Rectangle: Diagonal Corners Snipped 20">
            <a:extLst>
              <a:ext uri="{FF2B5EF4-FFF2-40B4-BE49-F238E27FC236}">
                <a16:creationId xmlns:a16="http://schemas.microsoft.com/office/drawing/2014/main" id="{DAA17A0C-0FF0-8711-65AE-03195A538ECD}"/>
              </a:ext>
            </a:extLst>
          </p:cNvPr>
          <p:cNvSpPr/>
          <p:nvPr/>
        </p:nvSpPr>
        <p:spPr>
          <a:xfrm>
            <a:off x="2224547" y="4987629"/>
            <a:ext cx="3279058" cy="1254717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Knowledge</a:t>
            </a:r>
            <a:br>
              <a:rPr lang="en-IN"/>
            </a:br>
            <a:r>
              <a:rPr lang="en-IN"/>
              <a:t>SOPs, manuals and historical documents become searchable.</a:t>
            </a:r>
          </a:p>
        </p:txBody>
      </p: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8862DB32-D73C-B741-2207-42E83C5E0DF2}"/>
              </a:ext>
            </a:extLst>
          </p:cNvPr>
          <p:cNvSpPr/>
          <p:nvPr/>
        </p:nvSpPr>
        <p:spPr>
          <a:xfrm>
            <a:off x="6591024" y="4987629"/>
            <a:ext cx="3175819" cy="1254717"/>
          </a:xfrm>
          <a:prstGeom prst="snip2Diag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People</a:t>
            </a:r>
            <a:br>
              <a:rPr lang="en-IN"/>
            </a:br>
            <a:r>
              <a:rPr lang="en-IN"/>
              <a:t>AI assists experts; consequential decisions remain with humans.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118505-19C4-DDBC-316E-FF9AFA269C4A}"/>
              </a:ext>
            </a:extLst>
          </p:cNvPr>
          <p:cNvSpPr/>
          <p:nvPr/>
        </p:nvSpPr>
        <p:spPr>
          <a:xfrm>
            <a:off x="0" y="1015091"/>
            <a:ext cx="12192000" cy="5842908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AFCA026A-141E-A789-AD23-CE7C1B3EA6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9520-C85D-EE65-1127-CD28AC4B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3F310DA-222B-BD69-61C8-9202616D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1907"/>
            <a:ext cx="10282238" cy="523876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/>
                <a:ea typeface="ＭＳ Ｐゴシック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BD03B-2124-8E02-C4CA-A80EDF5E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FB07CA2-B4BF-08A2-3893-A0359032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856F85-346C-D76B-298B-607FC4B84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835" y="-10406"/>
            <a:ext cx="1583101" cy="800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9A2099-281D-2150-2CB7-CBFBA3963813}"/>
              </a:ext>
            </a:extLst>
          </p:cNvPr>
          <p:cNvSpPr txBox="1"/>
          <p:nvPr/>
        </p:nvSpPr>
        <p:spPr>
          <a:xfrm>
            <a:off x="685430" y="1031178"/>
            <a:ext cx="2944717" cy="400110"/>
          </a:xfrm>
          <a:custGeom>
            <a:avLst/>
            <a:gdLst>
              <a:gd name="csX0" fmla="*/ 45719 w 3624877"/>
              <a:gd name="csY0" fmla="*/ 48452 h 461665"/>
              <a:gd name="csX1" fmla="*/ 3624877 w 3624877"/>
              <a:gd name="csY1" fmla="*/ 0 h 461665"/>
              <a:gd name="csX2" fmla="*/ 3524820 w 3624877"/>
              <a:gd name="csY2" fmla="*/ 422077 h 461665"/>
              <a:gd name="csX3" fmla="*/ 0 w 3624877"/>
              <a:gd name="csY3" fmla="*/ 461665 h 461665"/>
              <a:gd name="csX4" fmla="*/ 45719 w 3624877"/>
              <a:gd name="csY4" fmla="*/ 48452 h 461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24877" h="461665">
                <a:moveTo>
                  <a:pt x="45719" y="48452"/>
                </a:moveTo>
                <a:lnTo>
                  <a:pt x="3624877" y="0"/>
                </a:lnTo>
                <a:lnTo>
                  <a:pt x="3524820" y="422077"/>
                </a:lnTo>
                <a:lnTo>
                  <a:pt x="0" y="461665"/>
                </a:lnTo>
                <a:lnTo>
                  <a:pt x="45719" y="48452"/>
                </a:ln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libri"/>
                <a:ea typeface="Calibri"/>
                <a:cs typeface="Calibri"/>
              </a:rPr>
              <a:t>AI &amp; SECURITY RESEARCH </a:t>
            </a:r>
            <a:endParaRPr lang="en-US" sz="2000" b="1" dirty="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13F18-7069-0D9B-CD7C-FE3CCCE6472F}"/>
              </a:ext>
            </a:extLst>
          </p:cNvPr>
          <p:cNvSpPr txBox="1"/>
          <p:nvPr/>
        </p:nvSpPr>
        <p:spPr>
          <a:xfrm>
            <a:off x="6250200" y="1014541"/>
            <a:ext cx="5098433" cy="400110"/>
          </a:xfrm>
          <a:custGeom>
            <a:avLst/>
            <a:gdLst>
              <a:gd name="csX0" fmla="*/ 108154 w 6067079"/>
              <a:gd name="csY0" fmla="*/ 49161 h 461665"/>
              <a:gd name="csX1" fmla="*/ 6067079 w 6067079"/>
              <a:gd name="csY1" fmla="*/ 0 h 461665"/>
              <a:gd name="csX2" fmla="*/ 5958924 w 6067079"/>
              <a:gd name="csY2" fmla="*/ 412504 h 461665"/>
              <a:gd name="csX3" fmla="*/ 0 w 6067079"/>
              <a:gd name="csY3" fmla="*/ 461665 h 461665"/>
              <a:gd name="csX4" fmla="*/ 108154 w 6067079"/>
              <a:gd name="csY4" fmla="*/ 49161 h 461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67079" h="461665">
                <a:moveTo>
                  <a:pt x="108154" y="49161"/>
                </a:moveTo>
                <a:lnTo>
                  <a:pt x="6067079" y="0"/>
                </a:lnTo>
                <a:lnTo>
                  <a:pt x="5958924" y="412504"/>
                </a:lnTo>
                <a:lnTo>
                  <a:pt x="0" y="461665"/>
                </a:lnTo>
                <a:lnTo>
                  <a:pt x="108154" y="49161"/>
                </a:lnTo>
                <a:close/>
              </a:path>
            </a:pathLst>
          </a:cu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libri"/>
                <a:ea typeface="Calibri"/>
                <a:cs typeface="Calibri"/>
              </a:rPr>
              <a:t>ENTERPRISE &amp; IMPLEMENTATION REFERENCES</a:t>
            </a:r>
            <a:endParaRPr lang="en-US" sz="2000" b="1" dirty="0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05252-BBD0-EDAD-8392-84519FCB7FEB}"/>
              </a:ext>
            </a:extLst>
          </p:cNvPr>
          <p:cNvSpPr txBox="1"/>
          <p:nvPr/>
        </p:nvSpPr>
        <p:spPr>
          <a:xfrm>
            <a:off x="5959709" y="1492621"/>
            <a:ext cx="577506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endParaRPr lang="en-US" sz="1600" b="1">
              <a:latin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572DD-54FC-70AA-0CF0-4EE7B73D6DA6}"/>
              </a:ext>
            </a:extLst>
          </p:cNvPr>
          <p:cNvSpPr txBox="1"/>
          <p:nvPr/>
        </p:nvSpPr>
        <p:spPr>
          <a:xfrm>
            <a:off x="2242037" y="387268"/>
            <a:ext cx="74353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Evidence behind our architecture, security controls &amp; deployment strategy</a:t>
            </a: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8B1AC2-0520-851F-84D3-C3FB1F1974C9}"/>
              </a:ext>
            </a:extLst>
          </p:cNvPr>
          <p:cNvSpPr/>
          <p:nvPr/>
        </p:nvSpPr>
        <p:spPr>
          <a:xfrm>
            <a:off x="176981" y="1492620"/>
            <a:ext cx="5397909" cy="520715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NIST AI Risk Management Framework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Risk lifecycle → Govern • Map • Measure • Manage </a:t>
            </a:r>
            <a:r>
              <a:rPr lang="en-US" dirty="0">
                <a:ea typeface="Calibri"/>
                <a:cs typeface="Calibri"/>
                <a:hlinkClick r:id="rId4"/>
              </a:rPr>
              <a:t>NIST, </a:t>
            </a:r>
            <a:r>
              <a:rPr lang="en-US" i="1" dirty="0">
                <a:ea typeface="Calibri"/>
                <a:cs typeface="Calibri"/>
                <a:hlinkClick r:id="rId4"/>
              </a:rPr>
              <a:t>Artificial Intelligence Risk Management Framework (AI RMF 1.0)</a:t>
            </a:r>
            <a:r>
              <a:rPr lang="en-US" dirty="0">
                <a:ea typeface="Calibri"/>
                <a:cs typeface="Calibri"/>
                <a:hlinkClick r:id="rId4"/>
              </a:rPr>
              <a:t>, 2023.</a:t>
            </a:r>
            <a:br>
              <a:rPr lang="en-US" dirty="0">
                <a:ea typeface="Calibri"/>
                <a:cs typeface="Calibri"/>
              </a:rPr>
            </a:br>
            <a:endParaRPr lang="en-US" dirty="0">
              <a:ea typeface="ＭＳ Ｐゴシック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US" b="1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NIST Generative AI Profile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GenAI-specific risks → Risk-aware design </a:t>
            </a:r>
            <a:r>
              <a:rPr lang="en-US" dirty="0">
                <a:ea typeface="Calibri"/>
                <a:cs typeface="Calibri"/>
                <a:hlinkClick r:id="rId5"/>
              </a:rPr>
              <a:t>NIST, </a:t>
            </a:r>
            <a:r>
              <a:rPr lang="en-US" i="1" dirty="0">
                <a:ea typeface="Calibri"/>
                <a:cs typeface="Calibri"/>
                <a:hlinkClick r:id="rId5"/>
              </a:rPr>
              <a:t>Artificial Intelligence Risk Management Framework: Generative Artificial Intelligence Profile</a:t>
            </a:r>
            <a:r>
              <a:rPr lang="en-US" dirty="0">
                <a:ea typeface="Calibri"/>
                <a:cs typeface="Calibri"/>
                <a:hlinkClick r:id="rId5"/>
              </a:rPr>
              <a:t>, 2024.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OWASP Top 10 for LLM Applications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Prompt injection • excessive agency • unsafe outputs </a:t>
            </a:r>
            <a:r>
              <a:rPr lang="en-US" dirty="0">
                <a:ea typeface="Calibri"/>
                <a:cs typeface="Calibri"/>
                <a:hlinkClick r:id="rId6"/>
              </a:rPr>
              <a:t>OWASP, </a:t>
            </a:r>
            <a:r>
              <a:rPr lang="en-US" i="1" dirty="0">
                <a:ea typeface="Calibri"/>
                <a:cs typeface="Calibri"/>
                <a:hlinkClick r:id="rId6"/>
              </a:rPr>
              <a:t>Top 10 for LLM Applications</a:t>
            </a:r>
            <a:r>
              <a:rPr lang="en-US" dirty="0">
                <a:ea typeface="Calibri"/>
                <a:cs typeface="Calibri"/>
                <a:hlinkClick r:id="rId6"/>
              </a:rPr>
              <a:t>, 2025.</a:t>
            </a:r>
            <a:br>
              <a:rPr lang="en-US" dirty="0">
                <a:ea typeface="Calibri"/>
                <a:cs typeface="Calibri"/>
              </a:rPr>
            </a:br>
            <a:endParaRPr lang="en-US" dirty="0"/>
          </a:p>
          <a:p>
            <a:endParaRPr lang="en-US" b="1" dirty="0"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60780A-C9CD-C1CD-7383-EC02ED4B3B64}"/>
              </a:ext>
            </a:extLst>
          </p:cNvPr>
          <p:cNvSpPr/>
          <p:nvPr/>
        </p:nvSpPr>
        <p:spPr>
          <a:xfrm>
            <a:off x="6372099" y="1508259"/>
            <a:ext cx="5473717" cy="5191518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NVIDIA Enterprise RAG Guide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→ Retrieval architecture &amp; workload-based deployment </a:t>
            </a:r>
            <a:r>
              <a:rPr lang="en-US" dirty="0">
                <a:ea typeface="Calibri"/>
                <a:cs typeface="Calibri"/>
                <a:hlinkClick r:id="rId7"/>
              </a:rPr>
              <a:t>NVIDIA, </a:t>
            </a:r>
            <a:r>
              <a:rPr lang="en-US" i="1" dirty="0">
                <a:ea typeface="Calibri"/>
                <a:cs typeface="Calibri"/>
                <a:hlinkClick r:id="rId7"/>
              </a:rPr>
              <a:t>Enterprise RAG Deployment Guide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Calibri"/>
              </a:rPr>
            </a:br>
            <a:endParaRPr lang="en-US" dirty="0"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US" b="1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NVIDIA AI Enterprise Reference Architecture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→ AI workload / infrastructure separation </a:t>
            </a:r>
            <a:r>
              <a:rPr lang="en-US" dirty="0">
                <a:ea typeface="Calibri"/>
                <a:cs typeface="Calibri"/>
                <a:hlinkClick r:id="rId8"/>
              </a:rPr>
              <a:t>NVIDIA, </a:t>
            </a:r>
            <a:r>
              <a:rPr lang="en-US" i="1" dirty="0">
                <a:ea typeface="Calibri"/>
                <a:cs typeface="Calibri"/>
                <a:hlinkClick r:id="rId8"/>
              </a:rPr>
              <a:t>AI Enterprise Reference Architecture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Calibri"/>
              </a:rPr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b="1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a typeface="Calibri"/>
                <a:cs typeface="Calibri"/>
              </a:rPr>
              <a:t>Hugging Face Offline Documentation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 dirty="0">
                <a:ea typeface="Calibri"/>
                <a:cs typeface="Calibri"/>
              </a:rPr>
              <a:t> → Local/offline model loading </a:t>
            </a:r>
            <a:r>
              <a:rPr lang="en-US" dirty="0">
                <a:ea typeface="Calibri"/>
                <a:cs typeface="Calibri"/>
                <a:hlinkClick r:id="rId9"/>
              </a:rPr>
              <a:t>Hugging Face, </a:t>
            </a:r>
            <a:r>
              <a:rPr lang="en-US" i="1" dirty="0">
                <a:ea typeface="Calibri"/>
                <a:cs typeface="Calibri"/>
                <a:hlinkClick r:id="rId9"/>
              </a:rPr>
              <a:t>Transformers Offline/Installation Documentation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Calibri"/>
              </a:rPr>
            </a:b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2E8301-99D8-FA80-F0B9-AE7D592283B2}"/>
              </a:ext>
            </a:extLst>
          </p:cNvPr>
          <p:cNvSpPr/>
          <p:nvPr/>
        </p:nvSpPr>
        <p:spPr>
          <a:xfrm>
            <a:off x="0" y="923314"/>
            <a:ext cx="12192000" cy="5934685"/>
          </a:xfrm>
          <a:prstGeom prst="rect">
            <a:avLst/>
          </a:prstGeom>
          <a:gradFill>
            <a:gsLst>
              <a:gs pos="100000">
                <a:schemeClr val="accent6">
                  <a:tint val="50000"/>
                  <a:satMod val="300000"/>
                  <a:alpha val="14000"/>
                </a:schemeClr>
              </a:gs>
              <a:gs pos="100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BE6EDC06-9778-FE5A-13B7-E5797A98A6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501" y="241215"/>
            <a:ext cx="1251857" cy="523877"/>
          </a:xfrm>
          <a:prstGeom prst="ellipse">
            <a:avLst/>
          </a:prstGeom>
          <a:gradFill>
            <a:gsLst>
              <a:gs pos="94000">
                <a:schemeClr val="accent6">
                  <a:tint val="50000"/>
                  <a:satMod val="300000"/>
                  <a:alpha val="14000"/>
                </a:schemeClr>
              </a:gs>
              <a:gs pos="2000">
                <a:schemeClr val="accent6">
                  <a:tint val="37000"/>
                  <a:satMod val="300000"/>
                </a:schemeClr>
              </a:gs>
              <a:gs pos="33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  <a:ln>
            <a:solidFill>
              <a:srgbClr val="AB734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/>
              <a:t>Vigilnet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43967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735</Words>
  <Application>Microsoft Office PowerPoint</Application>
  <PresentationFormat>Widescreen</PresentationFormat>
  <Paragraphs>192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Sovereign On-Premise AI Workbench</vt:lpstr>
      <vt:lpstr>TECHNICAL APPROACH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Harshit Singh</cp:lastModifiedBy>
  <cp:revision>4</cp:revision>
  <dcterms:created xsi:type="dcterms:W3CDTF">2013-12-12T18:46:50Z</dcterms:created>
  <dcterms:modified xsi:type="dcterms:W3CDTF">2026-09-04T19:54:15Z</dcterms:modified>
  <cp:category/>
</cp:coreProperties>
</file>